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9144000"/>
  <p:notesSz cx="6858000" cy="9144000"/>
  <p:embeddedFontLst>
    <p:embeddedFont>
      <p:font typeface="Roboto Slab"/>
      <p:regular r:id="rId37"/>
      <p:bold r:id="rId38"/>
    </p:embeddedFont>
    <p:embeddedFont>
      <p:font typeface="Faustina"/>
      <p:regular r:id="rId39"/>
      <p:bold r:id="rId40"/>
      <p:italic r:id="rId41"/>
      <p:boldItalic r:id="rId42"/>
    </p:embeddedFont>
    <p:embeddedFont>
      <p:font typeface="Palatino Linotype"/>
      <p:regular r:id="rId43"/>
      <p:bold r:id="rId44"/>
      <p:italic r:id="rId45"/>
      <p:boldItalic r:id="rId46"/>
    </p:embeddedFont>
    <p:embeddedFont>
      <p:font typeface="Zilla Slab"/>
      <p:regular r:id="rId47"/>
      <p:bold r:id="rId48"/>
      <p:italic r:id="rId49"/>
    </p:embeddedFont>
    <p:embeddedFont>
      <p:font typeface="Sorts Mill Goudy"/>
      <p:regular r:id="rId50"/>
      <p:italic r:id="rId51"/>
    </p:embeddedFont>
    <p:embeddedFont>
      <p:font typeface="Roboto Slab Regular"/>
      <p:regular r:id="rId52"/>
      <p:bold r:id="rId53"/>
    </p:embeddedFont>
    <p:embeddedFont>
      <p:font typeface="Cutive"/>
      <p:regular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Faustina-bold.fntdata"/><Relationship Id="rId42" Type="http://schemas.openxmlformats.org/officeDocument/2006/relationships/font" Target="fonts/Faustina-boldItalic.fntdata"/><Relationship Id="rId41" Type="http://schemas.openxmlformats.org/officeDocument/2006/relationships/font" Target="fonts/Faustina-italic.fntdata"/><Relationship Id="rId44" Type="http://schemas.openxmlformats.org/officeDocument/2006/relationships/font" Target="fonts/PalatinoLinotype-bold.fntdata"/><Relationship Id="rId43" Type="http://schemas.openxmlformats.org/officeDocument/2006/relationships/font" Target="fonts/PalatinoLinotype-regular.fntdata"/><Relationship Id="rId46" Type="http://schemas.openxmlformats.org/officeDocument/2006/relationships/font" Target="fonts/PalatinoLinotype-boldItalic.fntdata"/><Relationship Id="rId45" Type="http://schemas.openxmlformats.org/officeDocument/2006/relationships/font" Target="fonts/PalatinoLinotype-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ZillaSlab-bold.fntdata"/><Relationship Id="rId47" Type="http://schemas.openxmlformats.org/officeDocument/2006/relationships/font" Target="fonts/ZillaSlab-regular.fntdata"/><Relationship Id="rId49" Type="http://schemas.openxmlformats.org/officeDocument/2006/relationships/font" Target="fonts/ZillaSlab-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obotoSlab-regular.fntdata"/><Relationship Id="rId36" Type="http://schemas.openxmlformats.org/officeDocument/2006/relationships/slide" Target="slides/slide31.xml"/><Relationship Id="rId39" Type="http://schemas.openxmlformats.org/officeDocument/2006/relationships/font" Target="fonts/Faustina-regular.fntdata"/><Relationship Id="rId38" Type="http://schemas.openxmlformats.org/officeDocument/2006/relationships/font" Target="fonts/RobotoSlab-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SortsMillGoudy-italic.fntdata"/><Relationship Id="rId50" Type="http://schemas.openxmlformats.org/officeDocument/2006/relationships/font" Target="fonts/SortsMillGoudy-regular.fntdata"/><Relationship Id="rId53" Type="http://schemas.openxmlformats.org/officeDocument/2006/relationships/font" Target="fonts/RobotoSlabRegular-bold.fntdata"/><Relationship Id="rId52" Type="http://schemas.openxmlformats.org/officeDocument/2006/relationships/font" Target="fonts/RobotoSlabRegular-regular.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Cutive-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goal of these next few slides is to assess how well versed students are on this topic. In other words, we need to help them unlearn first.</a:t>
            </a:r>
            <a:endParaRPr/>
          </a:p>
          <a:p>
            <a:pPr indent="0" lvl="0" marL="0" rtl="0" algn="l">
              <a:spcBef>
                <a:spcPts val="0"/>
              </a:spcBef>
              <a:spcAft>
                <a:spcPts val="0"/>
              </a:spcAft>
              <a:buNone/>
            </a:pPr>
            <a:r>
              <a:t/>
            </a:r>
            <a:endParaRPr/>
          </a:p>
        </p:txBody>
      </p:sp>
      <p:sp>
        <p:nvSpPr>
          <p:cNvPr id="180" name="Google Shape;180;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186" name="Google Shape;186;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8cfb4129c7_0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8cfb4129c7_0_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192" name="Google Shape;192;g8cfb4129c7_0_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8cfb4129c7_0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8cfb4129c7_0_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198" name="Google Shape;198;g8cfb4129c7_0_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5f9dd35a50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5f9dd35a50_0_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write the recurring themes on the white board. </a:t>
            </a:r>
            <a:endParaRPr/>
          </a:p>
          <a:p>
            <a:pPr indent="0" lvl="0" marL="0" rtl="0" algn="l">
              <a:spcBef>
                <a:spcPts val="0"/>
              </a:spcBef>
              <a:spcAft>
                <a:spcPts val="0"/>
              </a:spcAft>
              <a:buNone/>
            </a:pPr>
            <a:r>
              <a:t/>
            </a:r>
            <a:endParaRPr/>
          </a:p>
        </p:txBody>
      </p:sp>
      <p:sp>
        <p:nvSpPr>
          <p:cNvPr id="204" name="Google Shape;204;g5f9dd35a50_0_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7c4f49d93c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7c4f49d93c_0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write the recurring themes on the white board. </a:t>
            </a:r>
            <a:endParaRPr/>
          </a:p>
          <a:p>
            <a:pPr indent="0" lvl="0" marL="0" rtl="0" algn="l">
              <a:spcBef>
                <a:spcPts val="0"/>
              </a:spcBef>
              <a:spcAft>
                <a:spcPts val="0"/>
              </a:spcAft>
              <a:buNone/>
            </a:pPr>
            <a:r>
              <a:t/>
            </a:r>
            <a:endParaRPr/>
          </a:p>
        </p:txBody>
      </p:sp>
      <p:sp>
        <p:nvSpPr>
          <p:cNvPr id="210" name="Google Shape;210;g7c4f49d93c_0_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8cfb4129c7_0_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8cfb4129c7_0_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write the recurring themes on the white board. </a:t>
            </a:r>
            <a:endParaRPr/>
          </a:p>
          <a:p>
            <a:pPr indent="0" lvl="0" marL="0" rtl="0" algn="l">
              <a:spcBef>
                <a:spcPts val="0"/>
              </a:spcBef>
              <a:spcAft>
                <a:spcPts val="0"/>
              </a:spcAft>
              <a:buNone/>
            </a:pPr>
            <a:r>
              <a:t/>
            </a:r>
            <a:endParaRPr/>
          </a:p>
        </p:txBody>
      </p:sp>
      <p:sp>
        <p:nvSpPr>
          <p:cNvPr id="216" name="Google Shape;216;g8cfb4129c7_0_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7c4f49d93c_0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7c4f49d93c_0_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write the recurring themes on the white board. </a:t>
            </a:r>
            <a:endParaRPr/>
          </a:p>
          <a:p>
            <a:pPr indent="0" lvl="0" marL="0" rtl="0" algn="l">
              <a:spcBef>
                <a:spcPts val="0"/>
              </a:spcBef>
              <a:spcAft>
                <a:spcPts val="0"/>
              </a:spcAft>
              <a:buNone/>
            </a:pPr>
            <a:r>
              <a:t/>
            </a:r>
            <a:endParaRPr/>
          </a:p>
        </p:txBody>
      </p:sp>
      <p:sp>
        <p:nvSpPr>
          <p:cNvPr id="222" name="Google Shape;222;g7c4f49d93c_0_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7c4f49d93c_0_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g7c4f49d93c_0_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write the recurring themes on the white board. </a:t>
            </a:r>
            <a:endParaRPr/>
          </a:p>
          <a:p>
            <a:pPr indent="0" lvl="0" marL="0" rtl="0" algn="l">
              <a:spcBef>
                <a:spcPts val="0"/>
              </a:spcBef>
              <a:spcAft>
                <a:spcPts val="0"/>
              </a:spcAft>
              <a:buNone/>
            </a:pPr>
            <a:r>
              <a:t/>
            </a:r>
            <a:endParaRPr/>
          </a:p>
        </p:txBody>
      </p:sp>
      <p:sp>
        <p:nvSpPr>
          <p:cNvPr id="228" name="Google Shape;228;g7c4f49d93c_0_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7c4f49d93c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7c4f49d93c_0_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write the recurring themes on the white board. </a:t>
            </a:r>
            <a:endParaRPr/>
          </a:p>
          <a:p>
            <a:pPr indent="0" lvl="0" marL="0" rtl="0" algn="l">
              <a:spcBef>
                <a:spcPts val="0"/>
              </a:spcBef>
              <a:spcAft>
                <a:spcPts val="0"/>
              </a:spcAft>
              <a:buNone/>
            </a:pPr>
            <a:r>
              <a:t/>
            </a:r>
            <a:endParaRPr/>
          </a:p>
        </p:txBody>
      </p:sp>
      <p:sp>
        <p:nvSpPr>
          <p:cNvPr id="234" name="Google Shape;234;g7c4f49d93c_0_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7c4f49d93c_0_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7c4f49d93c_0_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write the recurring themes on the white board. </a:t>
            </a:r>
            <a:endParaRPr/>
          </a:p>
          <a:p>
            <a:pPr indent="0" lvl="0" marL="0" rtl="0" algn="l">
              <a:spcBef>
                <a:spcPts val="0"/>
              </a:spcBef>
              <a:spcAft>
                <a:spcPts val="0"/>
              </a:spcAft>
              <a:buNone/>
            </a:pPr>
            <a:r>
              <a:t/>
            </a:r>
            <a:endParaRPr/>
          </a:p>
        </p:txBody>
      </p:sp>
      <p:sp>
        <p:nvSpPr>
          <p:cNvPr id="240" name="Google Shape;240;g7c4f49d93c_0_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7c4f49d93c_0_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7c4f49d93c_0_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247" name="Google Shape;247;g7c4f49d93c_0_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8cfb4129c7_0_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8cfb4129c7_0_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253" name="Google Shape;253;g8cfb4129c7_0_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7c4f49d93c_0_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7c4f49d93c_0_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259" name="Google Shape;259;g7c4f49d93c_0_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265" name="Google Shape;265;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Can students come up with their own examples?</a:t>
            </a:r>
            <a:endParaRPr/>
          </a:p>
          <a:p>
            <a:pPr indent="0" lvl="0" marL="0" rtl="0" algn="l">
              <a:spcBef>
                <a:spcPts val="0"/>
              </a:spcBef>
              <a:spcAft>
                <a:spcPts val="0"/>
              </a:spcAft>
              <a:buNone/>
            </a:pPr>
            <a:r>
              <a:t/>
            </a:r>
            <a:endParaRPr/>
          </a:p>
        </p:txBody>
      </p:sp>
      <p:sp>
        <p:nvSpPr>
          <p:cNvPr id="271" name="Google Shape;271;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Can students come up with their own examples?</a:t>
            </a:r>
            <a:endParaRPr/>
          </a:p>
          <a:p>
            <a:pPr indent="0" lvl="0" marL="0" rtl="0" algn="l">
              <a:spcBef>
                <a:spcPts val="0"/>
              </a:spcBef>
              <a:spcAft>
                <a:spcPts val="0"/>
              </a:spcAft>
              <a:buNone/>
            </a:pPr>
            <a:r>
              <a:t/>
            </a:r>
            <a:endParaRPr/>
          </a:p>
        </p:txBody>
      </p:sp>
      <p:sp>
        <p:nvSpPr>
          <p:cNvPr id="277" name="Google Shape;27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8cfb4129c7_0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8cfb4129c7_0_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283" name="Google Shape;283;g8cfb4129c7_0_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7c4f49d93c_0_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7c4f49d93c_0_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289" name="Google Shape;289;g7c4f49d93c_0_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8cfb4129c7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8cfb4129c7_0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295" name="Google Shape;295;g8cfb4129c7_0_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301" name="Google Shape;301;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We’ll see if students can guess which arguments are libertarian, utilitarian, humanist. </a:t>
            </a:r>
            <a:endParaRPr/>
          </a:p>
          <a:p>
            <a:pPr indent="0" lvl="0" marL="0" rtl="0" algn="l">
              <a:spcBef>
                <a:spcPts val="0"/>
              </a:spcBef>
              <a:spcAft>
                <a:spcPts val="0"/>
              </a:spcAft>
              <a:buNone/>
            </a:pPr>
            <a:r>
              <a:t/>
            </a:r>
            <a:endParaRPr/>
          </a:p>
        </p:txBody>
      </p:sp>
      <p:sp>
        <p:nvSpPr>
          <p:cNvPr id="307" name="Google Shape;307;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313" name="Google Shape;313;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60456bbda6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g60456bbda6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319" name="Google Shape;319;g60456bbda6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Statement A is a statement of </a:t>
            </a:r>
            <a:r>
              <a:rPr b="1" lang="en-US"/>
              <a:t>humanist </a:t>
            </a:r>
            <a:r>
              <a:rPr lang="en-US"/>
              <a:t>sentiment by Dean Smith, former head coach of the University of North Carolina, Chapel Hill men’s basketball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B is a statement of </a:t>
            </a:r>
            <a:r>
              <a:rPr b="1" lang="en-US"/>
              <a:t>libertarian</a:t>
            </a:r>
            <a:r>
              <a:rPr lang="en-US"/>
              <a:t> sentiment by Bob Lutz, form automobile executive at GM, Ford, and Chrysler.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C is a statement of </a:t>
            </a:r>
            <a:r>
              <a:rPr b="1" lang="en-US"/>
              <a:t>utilitarian</a:t>
            </a:r>
            <a:r>
              <a:rPr lang="en-US"/>
              <a:t> sentiment by Miriam, </a:t>
            </a:r>
            <a:endParaRPr/>
          </a:p>
        </p:txBody>
      </p:sp>
      <p:sp>
        <p:nvSpPr>
          <p:cNvPr id="325" name="Google Shape;325;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Statement A is a statement of </a:t>
            </a:r>
            <a:r>
              <a:rPr b="1" lang="en-US"/>
              <a:t>humanist </a:t>
            </a:r>
            <a:r>
              <a:rPr lang="en-US"/>
              <a:t>sentiment by Dean Smith, former head coach of the University of North Carolina, Chapel Hill men’s basketball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B is a statement of </a:t>
            </a:r>
            <a:r>
              <a:rPr b="1" lang="en-US"/>
              <a:t>libertarian</a:t>
            </a:r>
            <a:r>
              <a:rPr lang="en-US"/>
              <a:t> sentiment by Bob Lutz, form automobile executive at GM, Ford, and Chrysler.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C is a statement of </a:t>
            </a:r>
            <a:r>
              <a:rPr b="1" lang="en-US"/>
              <a:t>utilitarian</a:t>
            </a:r>
            <a:r>
              <a:rPr lang="en-US"/>
              <a:t> sentiment by Miriam, </a:t>
            </a:r>
            <a:endParaRPr/>
          </a:p>
        </p:txBody>
      </p:sp>
      <p:sp>
        <p:nvSpPr>
          <p:cNvPr id="331" name="Google Shape;331;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8cfb4129c7_0_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g8cfb4129c7_0_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Statement A is a statement of </a:t>
            </a:r>
            <a:r>
              <a:rPr b="1" lang="en-US"/>
              <a:t>humanist </a:t>
            </a:r>
            <a:r>
              <a:rPr lang="en-US"/>
              <a:t>sentiment by Dean Smith, former head coach of the University of North Carolina, Chapel Hill men’s basketball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B is a statement of </a:t>
            </a:r>
            <a:r>
              <a:rPr b="1" lang="en-US"/>
              <a:t>libertarian</a:t>
            </a:r>
            <a:r>
              <a:rPr lang="en-US"/>
              <a:t> sentiment by Bob Lutz, form automobile executive at GM, Ford, and Chrysler.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C is a statement of </a:t>
            </a:r>
            <a:r>
              <a:rPr b="1" lang="en-US"/>
              <a:t>utilitarian</a:t>
            </a:r>
            <a:r>
              <a:rPr lang="en-US"/>
              <a:t> sentiment by Miriam, </a:t>
            </a:r>
            <a:endParaRPr/>
          </a:p>
        </p:txBody>
      </p:sp>
      <p:sp>
        <p:nvSpPr>
          <p:cNvPr id="337" name="Google Shape;337;g8cfb4129c7_0_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8cfb4129c7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g8cfb4129c7_0_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Statement A is a statement of </a:t>
            </a:r>
            <a:r>
              <a:rPr b="1" lang="en-US"/>
              <a:t>humanist </a:t>
            </a:r>
            <a:r>
              <a:rPr lang="en-US"/>
              <a:t>sentiment by Dean Smith, former head coach of the University of North Carolina, Chapel Hill men’s basketball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B is a statement of </a:t>
            </a:r>
            <a:r>
              <a:rPr b="1" lang="en-US"/>
              <a:t>libertarian</a:t>
            </a:r>
            <a:r>
              <a:rPr lang="en-US"/>
              <a:t> sentiment by Bob Lutz, form automobile executive at GM, Ford, and Chrysler.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C is a statement of </a:t>
            </a:r>
            <a:r>
              <a:rPr b="1" lang="en-US"/>
              <a:t>utilitarian</a:t>
            </a:r>
            <a:r>
              <a:rPr lang="en-US"/>
              <a:t> sentiment by Miriam, </a:t>
            </a:r>
            <a:endParaRPr/>
          </a:p>
        </p:txBody>
      </p:sp>
      <p:sp>
        <p:nvSpPr>
          <p:cNvPr id="343" name="Google Shape;343;g8cfb4129c7_0_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349" name="Google Shape;349;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8cfb4129c7_0_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g8cfb4129c7_0_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Statement A is a statement of </a:t>
            </a:r>
            <a:r>
              <a:rPr b="1" lang="en-US"/>
              <a:t>humanist </a:t>
            </a:r>
            <a:r>
              <a:rPr lang="en-US"/>
              <a:t>sentiment by Dean Smith, former head coach of the University of North Carolina, Chapel Hill men’s basketball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B is a statement of </a:t>
            </a:r>
            <a:r>
              <a:rPr b="1" lang="en-US"/>
              <a:t>libertarian</a:t>
            </a:r>
            <a:r>
              <a:rPr lang="en-US"/>
              <a:t> sentiment by Bob Lutz, form automobile executive at GM, Ford, and Chrysler.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C is a statement of </a:t>
            </a:r>
            <a:r>
              <a:rPr b="1" lang="en-US"/>
              <a:t>utilitarian</a:t>
            </a:r>
            <a:r>
              <a:rPr lang="en-US"/>
              <a:t> sentiment by Miriam, </a:t>
            </a:r>
            <a:endParaRPr/>
          </a:p>
        </p:txBody>
      </p:sp>
      <p:sp>
        <p:nvSpPr>
          <p:cNvPr id="355" name="Google Shape;355;g8cfb4129c7_0_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5f9dd35a5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g5f9dd35a50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Statement A adopts a </a:t>
            </a:r>
            <a:r>
              <a:rPr b="1" lang="en-US"/>
              <a:t>libertarian</a:t>
            </a:r>
            <a:r>
              <a:rPr lang="en-US"/>
              <a:t> perspective that prioritizes individual freedom regardless of ends or costs. They believe that freedom is so sacrosanct as to trump all other virtues.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B adopts a </a:t>
            </a:r>
            <a:r>
              <a:rPr b="1" lang="en-US"/>
              <a:t>utilitarian</a:t>
            </a:r>
            <a:r>
              <a:rPr lang="en-US"/>
              <a:t> perspective that prioritizes a cost/benefit analysis of where free market principles must be set aside during an emergency because it does more harm than good in this situation.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C adopts a </a:t>
            </a:r>
            <a:r>
              <a:rPr b="1" lang="en-US"/>
              <a:t>humanist</a:t>
            </a:r>
            <a:r>
              <a:rPr lang="en-US"/>
              <a:t> perspective that believes that seeks to promote virtue by shaming price gougers for their greed and passing anti-gouging laws so extreme price increases don’t happen during emergencies. </a:t>
            </a:r>
            <a:endParaRPr/>
          </a:p>
        </p:txBody>
      </p:sp>
      <p:sp>
        <p:nvSpPr>
          <p:cNvPr id="361" name="Google Shape;361;g5f9dd35a50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3"/>
          <p:cNvSpPr txBox="1"/>
          <p:nvPr>
            <p:ph type="ctrTitle"/>
          </p:nvPr>
        </p:nvSpPr>
        <p:spPr>
          <a:xfrm>
            <a:off x="2209800" y="3124200"/>
            <a:ext cx="6477000" cy="1914144"/>
          </a:xfrm>
          <a:prstGeom prst="rect">
            <a:avLst/>
          </a:prstGeom>
          <a:noFill/>
          <a:ln>
            <a:noFill/>
          </a:ln>
        </p:spPr>
        <p:txBody>
          <a:bodyPr anchorCtr="0" anchor="b" bIns="0" lIns="45700" spcFirstLastPara="1" rIns="45700" wrap="square" tIns="0">
            <a:noAutofit/>
          </a:bodyPr>
          <a:lstStyle>
            <a:lvl1pPr lvl="0" algn="l">
              <a:lnSpc>
                <a:spcPct val="108695"/>
              </a:lnSpc>
              <a:spcBef>
                <a:spcPts val="0"/>
              </a:spcBef>
              <a:spcAft>
                <a:spcPts val="0"/>
              </a:spcAft>
              <a:buClr>
                <a:schemeClr val="dk1"/>
              </a:buClr>
              <a:buSzPts val="4600"/>
              <a:buFont typeface="Sorts Mill Goudy"/>
              <a:buNone/>
              <a:defRPr sz="4600">
                <a:solidFill>
                  <a:schemeClr val="dk1"/>
                </a:solidFill>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2209800" y="5056634"/>
            <a:ext cx="6477000" cy="1174088"/>
          </a:xfrm>
          <a:prstGeom prst="rect">
            <a:avLst/>
          </a:prstGeom>
          <a:noFill/>
          <a:ln>
            <a:noFill/>
          </a:ln>
        </p:spPr>
        <p:txBody>
          <a:bodyPr anchorCtr="0" anchor="t" bIns="0" lIns="91425" spcFirstLastPara="1" rIns="45700" wrap="square" tIns="0">
            <a:noAutofit/>
          </a:bodyPr>
          <a:lstStyle>
            <a:lvl1pPr lvl="0" algn="l">
              <a:lnSpc>
                <a:spcPct val="118181"/>
              </a:lnSpc>
              <a:spcBef>
                <a:spcPts val="0"/>
              </a:spcBef>
              <a:spcAft>
                <a:spcPts val="0"/>
              </a:spcAft>
              <a:buClr>
                <a:schemeClr val="dk1"/>
              </a:buClr>
              <a:buSzPts val="1980"/>
              <a:buFont typeface="Sorts Mill Goudy"/>
              <a:buNone/>
              <a:defRPr sz="2200">
                <a:solidFill>
                  <a:schemeClr val="dk1"/>
                </a:solidFill>
                <a:latin typeface="Sorts Mill Goudy"/>
                <a:ea typeface="Sorts Mill Goudy"/>
                <a:cs typeface="Sorts Mill Goudy"/>
                <a:sym typeface="Sorts Mill Goudy"/>
              </a:defRPr>
            </a:lvl1pPr>
            <a:lvl2pPr lvl="1" algn="ctr">
              <a:spcBef>
                <a:spcPts val="600"/>
              </a:spcBef>
              <a:spcAft>
                <a:spcPts val="0"/>
              </a:spcAft>
              <a:buClr>
                <a:srgbClr val="888888"/>
              </a:buClr>
              <a:buSzPts val="1980"/>
              <a:buFont typeface="Sorts Mill Goudy"/>
              <a:buNone/>
              <a:defRPr>
                <a:solidFill>
                  <a:srgbClr val="888888"/>
                </a:solidFill>
              </a:defRPr>
            </a:lvl2pPr>
            <a:lvl3pPr lvl="2" algn="ctr">
              <a:spcBef>
                <a:spcPts val="600"/>
              </a:spcBef>
              <a:spcAft>
                <a:spcPts val="0"/>
              </a:spcAft>
              <a:buClr>
                <a:srgbClr val="888888"/>
              </a:buClr>
              <a:buSzPts val="1800"/>
              <a:buFont typeface="Sorts Mill Goudy"/>
              <a:buNone/>
              <a:defRPr>
                <a:solidFill>
                  <a:srgbClr val="888888"/>
                </a:solidFill>
              </a:defRPr>
            </a:lvl3pPr>
            <a:lvl4pPr lvl="3" algn="ctr">
              <a:spcBef>
                <a:spcPts val="600"/>
              </a:spcBef>
              <a:spcAft>
                <a:spcPts val="0"/>
              </a:spcAft>
              <a:buClr>
                <a:srgbClr val="888888"/>
              </a:buClr>
              <a:buSzPts val="1620"/>
              <a:buFont typeface="Sorts Mill Goudy"/>
              <a:buNone/>
              <a:defRPr>
                <a:solidFill>
                  <a:srgbClr val="888888"/>
                </a:solidFill>
              </a:defRPr>
            </a:lvl4pPr>
            <a:lvl5pPr lvl="4" algn="ctr">
              <a:spcBef>
                <a:spcPts val="600"/>
              </a:spcBef>
              <a:spcAft>
                <a:spcPts val="0"/>
              </a:spcAft>
              <a:buClr>
                <a:srgbClr val="888888"/>
              </a:buClr>
              <a:buSzPts val="1620"/>
              <a:buFont typeface="Sorts Mill Goudy"/>
              <a:buNone/>
              <a:defRPr>
                <a:solidFill>
                  <a:srgbClr val="888888"/>
                </a:solidFill>
              </a:defRPr>
            </a:lvl5pPr>
            <a:lvl6pPr lvl="5" algn="ctr">
              <a:spcBef>
                <a:spcPts val="360"/>
              </a:spcBef>
              <a:spcAft>
                <a:spcPts val="0"/>
              </a:spcAft>
              <a:buClr>
                <a:srgbClr val="888888"/>
              </a:buClr>
              <a:buSzPts val="1620"/>
              <a:buFont typeface="Sorts Mill Goudy"/>
              <a:buNone/>
              <a:defRPr>
                <a:solidFill>
                  <a:srgbClr val="888888"/>
                </a:solidFill>
              </a:defRPr>
            </a:lvl6pPr>
            <a:lvl7pPr lvl="6" algn="ctr">
              <a:spcBef>
                <a:spcPts val="360"/>
              </a:spcBef>
              <a:spcAft>
                <a:spcPts val="0"/>
              </a:spcAft>
              <a:buClr>
                <a:srgbClr val="888888"/>
              </a:buClr>
              <a:buSzPts val="1620"/>
              <a:buFont typeface="Sorts Mill Goudy"/>
              <a:buNone/>
              <a:defRPr>
                <a:solidFill>
                  <a:srgbClr val="888888"/>
                </a:solidFill>
              </a:defRPr>
            </a:lvl7pPr>
            <a:lvl8pPr lvl="7" algn="ctr">
              <a:spcBef>
                <a:spcPts val="360"/>
              </a:spcBef>
              <a:spcAft>
                <a:spcPts val="0"/>
              </a:spcAft>
              <a:buClr>
                <a:srgbClr val="888888"/>
              </a:buClr>
              <a:buSzPts val="1620"/>
              <a:buFont typeface="Sorts Mill Goudy"/>
              <a:buNone/>
              <a:defRPr>
                <a:solidFill>
                  <a:srgbClr val="888888"/>
                </a:solidFill>
              </a:defRPr>
            </a:lvl8pPr>
            <a:lvl9pPr lvl="8" algn="ctr">
              <a:spcBef>
                <a:spcPts val="360"/>
              </a:spcBef>
              <a:spcAft>
                <a:spcPts val="0"/>
              </a:spcAft>
              <a:buClr>
                <a:srgbClr val="888888"/>
              </a:buClr>
              <a:buSzPts val="1620"/>
              <a:buFont typeface="Sorts Mill Goudy"/>
              <a:buNone/>
              <a:defRPr>
                <a:solidFill>
                  <a:srgbClr val="888888"/>
                </a:solidFill>
              </a:defRPr>
            </a:lvl9pPr>
          </a:lstStyle>
          <a:p/>
        </p:txBody>
      </p:sp>
      <p:sp>
        <p:nvSpPr>
          <p:cNvPr id="22" name="Google Shape;22;p3"/>
          <p:cNvSpPr txBox="1"/>
          <p:nvPr>
            <p:ph idx="10" type="dt"/>
          </p:nvPr>
        </p:nvSpPr>
        <p:spPr>
          <a:xfrm>
            <a:off x="457200" y="6300216"/>
            <a:ext cx="1984248"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dk1"/>
                </a:solidFill>
                <a:latin typeface="Rockwell"/>
                <a:ea typeface="Rockwell"/>
                <a:cs typeface="Rockwell"/>
                <a:sym typeface="Rockwe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959352" y="6300216"/>
            <a:ext cx="3813048"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dk1"/>
                </a:solidFill>
                <a:latin typeface="Rockwell"/>
                <a:ea typeface="Rockwell"/>
                <a:cs typeface="Rockwell"/>
                <a:sym typeface="Rockwe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8275320" y="6300216"/>
            <a:ext cx="6858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chemeClr val="dk1"/>
                </a:solidFill>
                <a:latin typeface="Rockwell"/>
                <a:ea typeface="Rockwell"/>
                <a:cs typeface="Rockwell"/>
                <a:sym typeface="Rockwell"/>
              </a:defRPr>
            </a:lvl1pPr>
            <a:lvl2pPr indent="0" lvl="1" marL="0" algn="r">
              <a:spcBef>
                <a:spcPts val="0"/>
              </a:spcBef>
              <a:buNone/>
              <a:defRPr sz="1100">
                <a:solidFill>
                  <a:schemeClr val="dk1"/>
                </a:solidFill>
                <a:latin typeface="Rockwell"/>
                <a:ea typeface="Rockwell"/>
                <a:cs typeface="Rockwell"/>
                <a:sym typeface="Rockwell"/>
              </a:defRPr>
            </a:lvl2pPr>
            <a:lvl3pPr indent="0" lvl="2" marL="0" algn="r">
              <a:spcBef>
                <a:spcPts val="0"/>
              </a:spcBef>
              <a:buNone/>
              <a:defRPr sz="1100">
                <a:solidFill>
                  <a:schemeClr val="dk1"/>
                </a:solidFill>
                <a:latin typeface="Rockwell"/>
                <a:ea typeface="Rockwell"/>
                <a:cs typeface="Rockwell"/>
                <a:sym typeface="Rockwell"/>
              </a:defRPr>
            </a:lvl3pPr>
            <a:lvl4pPr indent="0" lvl="3" marL="0" algn="r">
              <a:spcBef>
                <a:spcPts val="0"/>
              </a:spcBef>
              <a:buNone/>
              <a:defRPr sz="1100">
                <a:solidFill>
                  <a:schemeClr val="dk1"/>
                </a:solidFill>
                <a:latin typeface="Rockwell"/>
                <a:ea typeface="Rockwell"/>
                <a:cs typeface="Rockwell"/>
                <a:sym typeface="Rockwell"/>
              </a:defRPr>
            </a:lvl4pPr>
            <a:lvl5pPr indent="0" lvl="4" marL="0" algn="r">
              <a:spcBef>
                <a:spcPts val="0"/>
              </a:spcBef>
              <a:buNone/>
              <a:defRPr sz="1100">
                <a:solidFill>
                  <a:schemeClr val="dk1"/>
                </a:solidFill>
                <a:latin typeface="Rockwell"/>
                <a:ea typeface="Rockwell"/>
                <a:cs typeface="Rockwell"/>
                <a:sym typeface="Rockwell"/>
              </a:defRPr>
            </a:lvl5pPr>
            <a:lvl6pPr indent="0" lvl="5" marL="0" algn="r">
              <a:spcBef>
                <a:spcPts val="0"/>
              </a:spcBef>
              <a:buNone/>
              <a:defRPr sz="1100">
                <a:solidFill>
                  <a:schemeClr val="dk1"/>
                </a:solidFill>
                <a:latin typeface="Rockwell"/>
                <a:ea typeface="Rockwell"/>
                <a:cs typeface="Rockwell"/>
                <a:sym typeface="Rockwell"/>
              </a:defRPr>
            </a:lvl6pPr>
            <a:lvl7pPr indent="0" lvl="6" marL="0" algn="r">
              <a:spcBef>
                <a:spcPts val="0"/>
              </a:spcBef>
              <a:buNone/>
              <a:defRPr sz="1100">
                <a:solidFill>
                  <a:schemeClr val="dk1"/>
                </a:solidFill>
                <a:latin typeface="Rockwell"/>
                <a:ea typeface="Rockwell"/>
                <a:cs typeface="Rockwell"/>
                <a:sym typeface="Rockwell"/>
              </a:defRPr>
            </a:lvl7pPr>
            <a:lvl8pPr indent="0" lvl="7" marL="0" algn="r">
              <a:spcBef>
                <a:spcPts val="0"/>
              </a:spcBef>
              <a:buNone/>
              <a:defRPr sz="1100">
                <a:solidFill>
                  <a:schemeClr val="dk1"/>
                </a:solidFill>
                <a:latin typeface="Rockwell"/>
                <a:ea typeface="Rockwell"/>
                <a:cs typeface="Rockwell"/>
                <a:sym typeface="Rockwell"/>
              </a:defRPr>
            </a:lvl8pPr>
            <a:lvl9pPr indent="0" lvl="8" marL="0" algn="r">
              <a:spcBef>
                <a:spcPts val="0"/>
              </a:spcBef>
              <a:buNone/>
              <a:defRPr sz="1100">
                <a:solidFill>
                  <a:schemeClr val="dk1"/>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914404" y="1735138"/>
            <a:ext cx="7313613" cy="4056062"/>
          </a:xfrm>
          <a:prstGeom prst="rect">
            <a:avLst/>
          </a:prstGeom>
          <a:noFill/>
          <a:ln>
            <a:noFill/>
          </a:ln>
        </p:spPr>
        <p:txBody>
          <a:bodyPr anchorCtr="0" anchor="t" bIns="45700" lIns="91425" spcFirstLastPara="1" rIns="91425" wrap="square" tIns="45700">
            <a:noAutofit/>
          </a:bodyPr>
          <a:lstStyle>
            <a:lvl1pPr indent="-331470" lvl="0" marL="457200" algn="l">
              <a:spcBef>
                <a:spcPts val="2000"/>
              </a:spcBef>
              <a:spcAft>
                <a:spcPts val="0"/>
              </a:spcAft>
              <a:buClr>
                <a:schemeClr val="dk1"/>
              </a:buClr>
              <a:buSzPts val="1620"/>
              <a:buChar char="•"/>
              <a:defRPr/>
            </a:lvl1pPr>
            <a:lvl2pPr indent="-331469" lvl="1" marL="914400" algn="l">
              <a:spcBef>
                <a:spcPts val="600"/>
              </a:spcBef>
              <a:spcAft>
                <a:spcPts val="0"/>
              </a:spcAft>
              <a:buClr>
                <a:schemeClr val="dk1"/>
              </a:buClr>
              <a:buSzPts val="1620"/>
              <a:buChar char="•"/>
              <a:defRPr/>
            </a:lvl2pPr>
            <a:lvl3pPr indent="-331469" lvl="2" marL="1371600" algn="l">
              <a:spcBef>
                <a:spcPts val="600"/>
              </a:spcBef>
              <a:spcAft>
                <a:spcPts val="0"/>
              </a:spcAft>
              <a:buClr>
                <a:schemeClr val="dk1"/>
              </a:buClr>
              <a:buSzPts val="1620"/>
              <a:buChar char="•"/>
              <a:defRPr/>
            </a:lvl3pPr>
            <a:lvl4pPr indent="-331469" lvl="3" marL="1828800" algn="l">
              <a:spcBef>
                <a:spcPts val="600"/>
              </a:spcBef>
              <a:spcAft>
                <a:spcPts val="0"/>
              </a:spcAft>
              <a:buClr>
                <a:schemeClr val="dk1"/>
              </a:buClr>
              <a:buSzPts val="1620"/>
              <a:buChar char="•"/>
              <a:defRPr/>
            </a:lvl4pPr>
            <a:lvl5pPr indent="-331470" lvl="4" marL="2286000" algn="l">
              <a:spcBef>
                <a:spcPts val="600"/>
              </a:spcBef>
              <a:spcAft>
                <a:spcPts val="0"/>
              </a:spcAft>
              <a:buClr>
                <a:schemeClr val="dk1"/>
              </a:buClr>
              <a:buSzPts val="1620"/>
              <a:buFont typeface="Sorts Mill Goudy"/>
              <a:buChar char="•"/>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28" name="Google Shape;28;p4"/>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Watermark">
  <p:cSld name="Title Slide with Watermark">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5"/>
          <p:cNvSpPr txBox="1"/>
          <p:nvPr>
            <p:ph idx="1" type="body"/>
          </p:nvPr>
        </p:nvSpPr>
        <p:spPr>
          <a:xfrm>
            <a:off x="1122215" y="3200400"/>
            <a:ext cx="8021782" cy="2209800"/>
          </a:xfrm>
          <a:prstGeom prst="rect">
            <a:avLst/>
          </a:prstGeom>
          <a:noFill/>
          <a:ln>
            <a:noFill/>
          </a:ln>
        </p:spPr>
        <p:txBody>
          <a:bodyPr anchorCtr="0" anchor="ctr" bIns="0" lIns="0" spcFirstLastPara="1" rIns="0" wrap="square" tIns="0">
            <a:noAutofit/>
          </a:bodyPr>
          <a:lstStyle>
            <a:lvl1pPr indent="-228600" lvl="0" marL="4572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1pPr>
            <a:lvl2pPr indent="-228600" lvl="1" marL="9144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2pPr>
            <a:lvl3pPr indent="-228600" lvl="2" marL="13716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3pPr>
            <a:lvl4pPr indent="-228600" lvl="3" marL="18288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4pPr>
            <a:lvl5pPr indent="-228600" lvl="4" marL="22860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33" name="Google Shape;33;p5"/>
          <p:cNvSpPr txBox="1"/>
          <p:nvPr>
            <p:ph type="ctrTitle"/>
          </p:nvPr>
        </p:nvSpPr>
        <p:spPr>
          <a:xfrm>
            <a:off x="3960813" y="3833097"/>
            <a:ext cx="4724400" cy="1209964"/>
          </a:xfrm>
          <a:prstGeom prst="rect">
            <a:avLst/>
          </a:prstGeom>
          <a:noFill/>
          <a:ln>
            <a:noFill/>
          </a:ln>
        </p:spPr>
        <p:txBody>
          <a:bodyPr anchorCtr="0" anchor="b" bIns="0" lIns="45700" spcFirstLastPara="1" rIns="45700" wrap="square" tIns="0">
            <a:noAutofit/>
          </a:bodyPr>
          <a:lstStyle>
            <a:lvl1pPr lvl="0" algn="l">
              <a:lnSpc>
                <a:spcPct val="108695"/>
              </a:lnSpc>
              <a:spcBef>
                <a:spcPts val="0"/>
              </a:spcBef>
              <a:spcAft>
                <a:spcPts val="0"/>
              </a:spcAft>
              <a:buClr>
                <a:schemeClr val="dk1"/>
              </a:buClr>
              <a:buSzPts val="4600"/>
              <a:buFont typeface="Sorts Mill Goudy"/>
              <a:buNone/>
              <a:defRPr sz="4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2" type="subTitle"/>
          </p:nvPr>
        </p:nvSpPr>
        <p:spPr>
          <a:xfrm>
            <a:off x="3960813" y="5056909"/>
            <a:ext cx="4724400" cy="1156586"/>
          </a:xfrm>
          <a:prstGeom prst="rect">
            <a:avLst/>
          </a:prstGeom>
          <a:noFill/>
          <a:ln>
            <a:noFill/>
          </a:ln>
        </p:spPr>
        <p:txBody>
          <a:bodyPr anchorCtr="0" anchor="t" bIns="0" lIns="91425" spcFirstLastPara="1" rIns="45700" wrap="square" tIns="0">
            <a:noAutofit/>
          </a:bodyPr>
          <a:lstStyle>
            <a:lvl1pPr lvl="0" algn="l">
              <a:lnSpc>
                <a:spcPct val="118181"/>
              </a:lnSpc>
              <a:spcBef>
                <a:spcPts val="0"/>
              </a:spcBef>
              <a:spcAft>
                <a:spcPts val="0"/>
              </a:spcAft>
              <a:buClr>
                <a:schemeClr val="dk1"/>
              </a:buClr>
              <a:buSzPts val="1980"/>
              <a:buFont typeface="Sorts Mill Goudy"/>
              <a:buNone/>
              <a:defRPr sz="2200">
                <a:solidFill>
                  <a:schemeClr val="dk1"/>
                </a:solidFill>
              </a:defRPr>
            </a:lvl1pPr>
            <a:lvl2pPr lvl="1" algn="ctr">
              <a:spcBef>
                <a:spcPts val="600"/>
              </a:spcBef>
              <a:spcAft>
                <a:spcPts val="0"/>
              </a:spcAft>
              <a:buClr>
                <a:srgbClr val="888888"/>
              </a:buClr>
              <a:buSzPts val="1980"/>
              <a:buFont typeface="Sorts Mill Goudy"/>
              <a:buNone/>
              <a:defRPr>
                <a:solidFill>
                  <a:srgbClr val="888888"/>
                </a:solidFill>
              </a:defRPr>
            </a:lvl2pPr>
            <a:lvl3pPr lvl="2" algn="ctr">
              <a:spcBef>
                <a:spcPts val="600"/>
              </a:spcBef>
              <a:spcAft>
                <a:spcPts val="0"/>
              </a:spcAft>
              <a:buClr>
                <a:srgbClr val="888888"/>
              </a:buClr>
              <a:buSzPts val="1800"/>
              <a:buFont typeface="Sorts Mill Goudy"/>
              <a:buNone/>
              <a:defRPr>
                <a:solidFill>
                  <a:srgbClr val="888888"/>
                </a:solidFill>
              </a:defRPr>
            </a:lvl3pPr>
            <a:lvl4pPr lvl="3" algn="ctr">
              <a:spcBef>
                <a:spcPts val="600"/>
              </a:spcBef>
              <a:spcAft>
                <a:spcPts val="0"/>
              </a:spcAft>
              <a:buClr>
                <a:srgbClr val="888888"/>
              </a:buClr>
              <a:buSzPts val="1620"/>
              <a:buFont typeface="Sorts Mill Goudy"/>
              <a:buNone/>
              <a:defRPr>
                <a:solidFill>
                  <a:srgbClr val="888888"/>
                </a:solidFill>
              </a:defRPr>
            </a:lvl4pPr>
            <a:lvl5pPr lvl="4" algn="ctr">
              <a:spcBef>
                <a:spcPts val="600"/>
              </a:spcBef>
              <a:spcAft>
                <a:spcPts val="0"/>
              </a:spcAft>
              <a:buClr>
                <a:srgbClr val="888888"/>
              </a:buClr>
              <a:buSzPts val="1620"/>
              <a:buFont typeface="Sorts Mill Goudy"/>
              <a:buNone/>
              <a:defRPr>
                <a:solidFill>
                  <a:srgbClr val="888888"/>
                </a:solidFill>
              </a:defRPr>
            </a:lvl5pPr>
            <a:lvl6pPr lvl="5" algn="ctr">
              <a:spcBef>
                <a:spcPts val="360"/>
              </a:spcBef>
              <a:spcAft>
                <a:spcPts val="0"/>
              </a:spcAft>
              <a:buClr>
                <a:srgbClr val="888888"/>
              </a:buClr>
              <a:buSzPts val="1620"/>
              <a:buFont typeface="Sorts Mill Goudy"/>
              <a:buNone/>
              <a:defRPr>
                <a:solidFill>
                  <a:srgbClr val="888888"/>
                </a:solidFill>
              </a:defRPr>
            </a:lvl6pPr>
            <a:lvl7pPr lvl="6" algn="ctr">
              <a:spcBef>
                <a:spcPts val="360"/>
              </a:spcBef>
              <a:spcAft>
                <a:spcPts val="0"/>
              </a:spcAft>
              <a:buClr>
                <a:srgbClr val="888888"/>
              </a:buClr>
              <a:buSzPts val="1620"/>
              <a:buFont typeface="Sorts Mill Goudy"/>
              <a:buNone/>
              <a:defRPr>
                <a:solidFill>
                  <a:srgbClr val="888888"/>
                </a:solidFill>
              </a:defRPr>
            </a:lvl7pPr>
            <a:lvl8pPr lvl="7" algn="ctr">
              <a:spcBef>
                <a:spcPts val="360"/>
              </a:spcBef>
              <a:spcAft>
                <a:spcPts val="0"/>
              </a:spcAft>
              <a:buClr>
                <a:srgbClr val="888888"/>
              </a:buClr>
              <a:buSzPts val="1620"/>
              <a:buFont typeface="Sorts Mill Goudy"/>
              <a:buNone/>
              <a:defRPr>
                <a:solidFill>
                  <a:srgbClr val="888888"/>
                </a:solidFill>
              </a:defRPr>
            </a:lvl8pPr>
            <a:lvl9pPr lvl="8" algn="ctr">
              <a:spcBef>
                <a:spcPts val="360"/>
              </a:spcBef>
              <a:spcAft>
                <a:spcPts val="0"/>
              </a:spcAft>
              <a:buClr>
                <a:srgbClr val="888888"/>
              </a:buClr>
              <a:buSzPts val="1620"/>
              <a:buFont typeface="Sorts Mill Goudy"/>
              <a:buNone/>
              <a:defRPr>
                <a:solidFill>
                  <a:srgbClr val="888888"/>
                </a:solidFill>
              </a:defRPr>
            </a:lvl9pPr>
          </a:lstStyle>
          <a:p/>
        </p:txBody>
      </p:sp>
      <p:sp>
        <p:nvSpPr>
          <p:cNvPr id="35" name="Google Shape;35;p5"/>
          <p:cNvSpPr txBox="1"/>
          <p:nvPr>
            <p:ph idx="10" type="dt"/>
          </p:nvPr>
        </p:nvSpPr>
        <p:spPr>
          <a:xfrm>
            <a:off x="457200" y="6298744"/>
            <a:ext cx="1981200" cy="273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latin typeface="Rockwell"/>
                <a:ea typeface="Rockwell"/>
                <a:cs typeface="Rockwell"/>
                <a:sym typeface="Rockwe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1" type="ftr"/>
          </p:nvPr>
        </p:nvSpPr>
        <p:spPr>
          <a:xfrm>
            <a:off x="3962400" y="6298744"/>
            <a:ext cx="3810000" cy="273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8264856" y="6312392"/>
            <a:ext cx="685800" cy="26509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chemeClr val="dk1"/>
                </a:solidFill>
                <a:latin typeface="Rockwell"/>
                <a:ea typeface="Rockwell"/>
                <a:cs typeface="Rockwell"/>
                <a:sym typeface="Rockwell"/>
              </a:defRPr>
            </a:lvl1pPr>
            <a:lvl2pPr indent="0" lvl="1" marL="0" algn="r">
              <a:spcBef>
                <a:spcPts val="0"/>
              </a:spcBef>
              <a:buNone/>
              <a:defRPr sz="1100">
                <a:solidFill>
                  <a:schemeClr val="dk1"/>
                </a:solidFill>
                <a:latin typeface="Rockwell"/>
                <a:ea typeface="Rockwell"/>
                <a:cs typeface="Rockwell"/>
                <a:sym typeface="Rockwell"/>
              </a:defRPr>
            </a:lvl2pPr>
            <a:lvl3pPr indent="0" lvl="2" marL="0" algn="r">
              <a:spcBef>
                <a:spcPts val="0"/>
              </a:spcBef>
              <a:buNone/>
              <a:defRPr sz="1100">
                <a:solidFill>
                  <a:schemeClr val="dk1"/>
                </a:solidFill>
                <a:latin typeface="Rockwell"/>
                <a:ea typeface="Rockwell"/>
                <a:cs typeface="Rockwell"/>
                <a:sym typeface="Rockwell"/>
              </a:defRPr>
            </a:lvl3pPr>
            <a:lvl4pPr indent="0" lvl="3" marL="0" algn="r">
              <a:spcBef>
                <a:spcPts val="0"/>
              </a:spcBef>
              <a:buNone/>
              <a:defRPr sz="1100">
                <a:solidFill>
                  <a:schemeClr val="dk1"/>
                </a:solidFill>
                <a:latin typeface="Rockwell"/>
                <a:ea typeface="Rockwell"/>
                <a:cs typeface="Rockwell"/>
                <a:sym typeface="Rockwell"/>
              </a:defRPr>
            </a:lvl4pPr>
            <a:lvl5pPr indent="0" lvl="4" marL="0" algn="r">
              <a:spcBef>
                <a:spcPts val="0"/>
              </a:spcBef>
              <a:buNone/>
              <a:defRPr sz="1100">
                <a:solidFill>
                  <a:schemeClr val="dk1"/>
                </a:solidFill>
                <a:latin typeface="Rockwell"/>
                <a:ea typeface="Rockwell"/>
                <a:cs typeface="Rockwell"/>
                <a:sym typeface="Rockwell"/>
              </a:defRPr>
            </a:lvl5pPr>
            <a:lvl6pPr indent="0" lvl="5" marL="0" algn="r">
              <a:spcBef>
                <a:spcPts val="0"/>
              </a:spcBef>
              <a:buNone/>
              <a:defRPr sz="1100">
                <a:solidFill>
                  <a:schemeClr val="dk1"/>
                </a:solidFill>
                <a:latin typeface="Rockwell"/>
                <a:ea typeface="Rockwell"/>
                <a:cs typeface="Rockwell"/>
                <a:sym typeface="Rockwell"/>
              </a:defRPr>
            </a:lvl6pPr>
            <a:lvl7pPr indent="0" lvl="6" marL="0" algn="r">
              <a:spcBef>
                <a:spcPts val="0"/>
              </a:spcBef>
              <a:buNone/>
              <a:defRPr sz="1100">
                <a:solidFill>
                  <a:schemeClr val="dk1"/>
                </a:solidFill>
                <a:latin typeface="Rockwell"/>
                <a:ea typeface="Rockwell"/>
                <a:cs typeface="Rockwell"/>
                <a:sym typeface="Rockwell"/>
              </a:defRPr>
            </a:lvl7pPr>
            <a:lvl8pPr indent="0" lvl="7" marL="0" algn="r">
              <a:spcBef>
                <a:spcPts val="0"/>
              </a:spcBef>
              <a:buNone/>
              <a:defRPr sz="1100">
                <a:solidFill>
                  <a:schemeClr val="dk1"/>
                </a:solidFill>
                <a:latin typeface="Rockwell"/>
                <a:ea typeface="Rockwell"/>
                <a:cs typeface="Rockwell"/>
                <a:sym typeface="Rockwell"/>
              </a:defRPr>
            </a:lvl8pPr>
            <a:lvl9pPr indent="0" lvl="8" marL="0" algn="r">
              <a:spcBef>
                <a:spcPts val="0"/>
              </a:spcBef>
              <a:buNone/>
              <a:defRPr sz="1100">
                <a:solidFill>
                  <a:schemeClr val="dk1"/>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6"/>
          <p:cNvSpPr txBox="1"/>
          <p:nvPr>
            <p:ph type="title"/>
          </p:nvPr>
        </p:nvSpPr>
        <p:spPr>
          <a:xfrm>
            <a:off x="457200" y="2194560"/>
            <a:ext cx="7772400" cy="1362076"/>
          </a:xfrm>
          <a:prstGeom prst="rect">
            <a:avLst/>
          </a:prstGeom>
          <a:noFill/>
          <a:ln>
            <a:noFill/>
          </a:ln>
        </p:spPr>
        <p:txBody>
          <a:bodyPr anchorCtr="0" anchor="b" bIns="0" lIns="45700" spcFirstLastPara="1" rIns="45700" wrap="square" tIns="0">
            <a:noAutofit/>
          </a:bodyPr>
          <a:lstStyle>
            <a:lvl1pPr lvl="0" algn="l">
              <a:lnSpc>
                <a:spcPct val="108695"/>
              </a:lnSpc>
              <a:spcBef>
                <a:spcPts val="0"/>
              </a:spcBef>
              <a:spcAft>
                <a:spcPts val="0"/>
              </a:spcAft>
              <a:buClr>
                <a:schemeClr val="dk1"/>
              </a:buClr>
              <a:buSzPts val="4600"/>
              <a:buFont typeface="Sorts Mill Goudy"/>
              <a:buNone/>
              <a:defRPr b="1" sz="4600" cap="none">
                <a:solidFill>
                  <a:schemeClr val="dk1"/>
                </a:solidFill>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 type="body"/>
          </p:nvPr>
        </p:nvSpPr>
        <p:spPr>
          <a:xfrm>
            <a:off x="457200" y="3557016"/>
            <a:ext cx="7772400" cy="987552"/>
          </a:xfrm>
          <a:prstGeom prst="rect">
            <a:avLst/>
          </a:prstGeom>
          <a:noFill/>
          <a:ln>
            <a:noFill/>
          </a:ln>
        </p:spPr>
        <p:txBody>
          <a:bodyPr anchorCtr="0" anchor="t" bIns="0" lIns="91425" spcFirstLastPara="1" rIns="45700" wrap="square" tIns="0">
            <a:noAutofit/>
          </a:bodyPr>
          <a:lstStyle>
            <a:lvl1pPr indent="-228600" lvl="0" marL="457200" algn="l">
              <a:spcBef>
                <a:spcPts val="0"/>
              </a:spcBef>
              <a:spcAft>
                <a:spcPts val="0"/>
              </a:spcAft>
              <a:buClr>
                <a:schemeClr val="dk1"/>
              </a:buClr>
              <a:buSzPts val="1980"/>
              <a:buFont typeface="Sorts Mill Goudy"/>
              <a:buNone/>
              <a:defRPr sz="2200">
                <a:solidFill>
                  <a:schemeClr val="dk1"/>
                </a:solidFill>
                <a:latin typeface="Sorts Mill Goudy"/>
                <a:ea typeface="Sorts Mill Goudy"/>
                <a:cs typeface="Sorts Mill Goudy"/>
                <a:sym typeface="Sorts Mill Goudy"/>
              </a:defRPr>
            </a:lvl1pPr>
            <a:lvl2pPr indent="-228600" lvl="1" marL="914400" algn="l">
              <a:spcBef>
                <a:spcPts val="600"/>
              </a:spcBef>
              <a:spcAft>
                <a:spcPts val="0"/>
              </a:spcAft>
              <a:buClr>
                <a:srgbClr val="888888"/>
              </a:buClr>
              <a:buSzPts val="1620"/>
              <a:buFont typeface="Sorts Mill Goudy"/>
              <a:buNone/>
              <a:defRPr sz="1800">
                <a:solidFill>
                  <a:srgbClr val="888888"/>
                </a:solidFill>
              </a:defRPr>
            </a:lvl2pPr>
            <a:lvl3pPr indent="-228600" lvl="2" marL="1371600" algn="l">
              <a:spcBef>
                <a:spcPts val="600"/>
              </a:spcBef>
              <a:spcAft>
                <a:spcPts val="0"/>
              </a:spcAft>
              <a:buClr>
                <a:srgbClr val="888888"/>
              </a:buClr>
              <a:buSzPts val="1440"/>
              <a:buFont typeface="Sorts Mill Goudy"/>
              <a:buNone/>
              <a:defRPr sz="1600">
                <a:solidFill>
                  <a:srgbClr val="888888"/>
                </a:solidFill>
              </a:defRPr>
            </a:lvl3pPr>
            <a:lvl4pPr indent="-228600" lvl="3" marL="1828800" algn="l">
              <a:spcBef>
                <a:spcPts val="600"/>
              </a:spcBef>
              <a:spcAft>
                <a:spcPts val="0"/>
              </a:spcAft>
              <a:buClr>
                <a:srgbClr val="888888"/>
              </a:buClr>
              <a:buSzPts val="1260"/>
              <a:buFont typeface="Sorts Mill Goudy"/>
              <a:buNone/>
              <a:defRPr sz="1400">
                <a:solidFill>
                  <a:srgbClr val="888888"/>
                </a:solidFill>
              </a:defRPr>
            </a:lvl4pPr>
            <a:lvl5pPr indent="-228600" lvl="4" marL="2286000" algn="l">
              <a:spcBef>
                <a:spcPts val="600"/>
              </a:spcBef>
              <a:spcAft>
                <a:spcPts val="0"/>
              </a:spcAft>
              <a:buClr>
                <a:srgbClr val="888888"/>
              </a:buClr>
              <a:buSzPts val="1260"/>
              <a:buFont typeface="Sorts Mill Goudy"/>
              <a:buNone/>
              <a:defRPr sz="1400">
                <a:solidFill>
                  <a:srgbClr val="888888"/>
                </a:solidFill>
              </a:defRPr>
            </a:lvl5pPr>
            <a:lvl6pPr indent="-228600" lvl="5" marL="2743200" algn="l">
              <a:spcBef>
                <a:spcPts val="280"/>
              </a:spcBef>
              <a:spcAft>
                <a:spcPts val="0"/>
              </a:spcAft>
              <a:buClr>
                <a:srgbClr val="888888"/>
              </a:buClr>
              <a:buSzPts val="1260"/>
              <a:buFont typeface="Sorts Mill Goudy"/>
              <a:buNone/>
              <a:defRPr sz="1400">
                <a:solidFill>
                  <a:srgbClr val="888888"/>
                </a:solidFill>
              </a:defRPr>
            </a:lvl6pPr>
            <a:lvl7pPr indent="-228600" lvl="6" marL="3200400" algn="l">
              <a:spcBef>
                <a:spcPts val="280"/>
              </a:spcBef>
              <a:spcAft>
                <a:spcPts val="0"/>
              </a:spcAft>
              <a:buClr>
                <a:srgbClr val="888888"/>
              </a:buClr>
              <a:buSzPts val="1260"/>
              <a:buFont typeface="Sorts Mill Goudy"/>
              <a:buNone/>
              <a:defRPr sz="1400">
                <a:solidFill>
                  <a:srgbClr val="888888"/>
                </a:solidFill>
              </a:defRPr>
            </a:lvl7pPr>
            <a:lvl8pPr indent="-228600" lvl="7" marL="3657600" algn="l">
              <a:spcBef>
                <a:spcPts val="280"/>
              </a:spcBef>
              <a:spcAft>
                <a:spcPts val="0"/>
              </a:spcAft>
              <a:buClr>
                <a:srgbClr val="888888"/>
              </a:buClr>
              <a:buSzPts val="1260"/>
              <a:buFont typeface="Sorts Mill Goudy"/>
              <a:buNone/>
              <a:defRPr sz="1400">
                <a:solidFill>
                  <a:srgbClr val="888888"/>
                </a:solidFill>
              </a:defRPr>
            </a:lvl8pPr>
            <a:lvl9pPr indent="-228600" lvl="8" marL="4114800" algn="l">
              <a:spcBef>
                <a:spcPts val="280"/>
              </a:spcBef>
              <a:spcAft>
                <a:spcPts val="0"/>
              </a:spcAft>
              <a:buClr>
                <a:srgbClr val="888888"/>
              </a:buClr>
              <a:buSzPts val="1260"/>
              <a:buFont typeface="Sorts Mill Goudy"/>
              <a:buNone/>
              <a:defRPr sz="1400">
                <a:solidFill>
                  <a:srgbClr val="888888"/>
                </a:solidFill>
              </a:defRPr>
            </a:lvl9pPr>
          </a:lstStyle>
          <a:p/>
        </p:txBody>
      </p:sp>
      <p:sp>
        <p:nvSpPr>
          <p:cNvPr id="41" name="Google Shape;41;p6"/>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ith Watermark">
  <p:cSld name="Section with Watermark">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7"/>
          <p:cNvSpPr txBox="1"/>
          <p:nvPr>
            <p:ph idx="1" type="body"/>
          </p:nvPr>
        </p:nvSpPr>
        <p:spPr>
          <a:xfrm>
            <a:off x="712697" y="1689847"/>
            <a:ext cx="8431303" cy="2209800"/>
          </a:xfrm>
          <a:prstGeom prst="rect">
            <a:avLst/>
          </a:prstGeom>
          <a:noFill/>
          <a:ln>
            <a:noFill/>
          </a:ln>
        </p:spPr>
        <p:txBody>
          <a:bodyPr anchorCtr="0" anchor="ctr" bIns="0" lIns="0" spcFirstLastPara="1" rIns="0" wrap="square" tIns="0">
            <a:noAutofit/>
          </a:bodyPr>
          <a:lstStyle>
            <a:lvl1pPr indent="-228600" lvl="0" marL="4572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1pPr>
            <a:lvl2pPr indent="-228600" lvl="1" marL="9144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2pPr>
            <a:lvl3pPr indent="-228600" lvl="2" marL="13716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3pPr>
            <a:lvl4pPr indent="-228600" lvl="3" marL="18288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4pPr>
            <a:lvl5pPr indent="-228600" lvl="4" marL="22860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46" name="Google Shape;46;p7"/>
          <p:cNvSpPr txBox="1"/>
          <p:nvPr>
            <p:ph type="title"/>
          </p:nvPr>
        </p:nvSpPr>
        <p:spPr>
          <a:xfrm>
            <a:off x="457201" y="2196353"/>
            <a:ext cx="5334000" cy="1362076"/>
          </a:xfrm>
          <a:prstGeom prst="rect">
            <a:avLst/>
          </a:prstGeom>
          <a:noFill/>
          <a:ln>
            <a:noFill/>
          </a:ln>
        </p:spPr>
        <p:txBody>
          <a:bodyPr anchorCtr="0" anchor="b" bIns="0" lIns="45700" spcFirstLastPara="1" rIns="45700" wrap="square" tIns="0">
            <a:noAutofit/>
          </a:bodyPr>
          <a:lstStyle>
            <a:lvl1pPr lvl="0" algn="l">
              <a:lnSpc>
                <a:spcPct val="108695"/>
              </a:lnSpc>
              <a:spcBef>
                <a:spcPts val="0"/>
              </a:spcBef>
              <a:spcAft>
                <a:spcPts val="0"/>
              </a:spcAft>
              <a:buClr>
                <a:schemeClr val="dk1"/>
              </a:buClr>
              <a:buSzPts val="4600"/>
              <a:buFont typeface="Sorts Mill Goudy"/>
              <a:buNone/>
              <a:defRPr b="1" sz="4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2" type="body"/>
          </p:nvPr>
        </p:nvSpPr>
        <p:spPr>
          <a:xfrm>
            <a:off x="457200" y="3560620"/>
            <a:ext cx="5334000" cy="983087"/>
          </a:xfrm>
          <a:prstGeom prst="rect">
            <a:avLst/>
          </a:prstGeom>
          <a:noFill/>
          <a:ln>
            <a:noFill/>
          </a:ln>
        </p:spPr>
        <p:txBody>
          <a:bodyPr anchorCtr="0" anchor="t" bIns="0" lIns="91425" spcFirstLastPara="1" rIns="45700" wrap="square" tIns="0">
            <a:noAutofit/>
          </a:bodyPr>
          <a:lstStyle>
            <a:lvl1pPr indent="-228600" lvl="0" marL="457200" algn="l">
              <a:spcBef>
                <a:spcPts val="0"/>
              </a:spcBef>
              <a:spcAft>
                <a:spcPts val="0"/>
              </a:spcAft>
              <a:buClr>
                <a:schemeClr val="dk1"/>
              </a:buClr>
              <a:buSzPts val="1980"/>
              <a:buFont typeface="Sorts Mill Goudy"/>
              <a:buNone/>
              <a:defRPr sz="2200">
                <a:solidFill>
                  <a:schemeClr val="dk1"/>
                </a:solidFill>
              </a:defRPr>
            </a:lvl1pPr>
            <a:lvl2pPr indent="-228600" lvl="1" marL="914400" algn="l">
              <a:spcBef>
                <a:spcPts val="600"/>
              </a:spcBef>
              <a:spcAft>
                <a:spcPts val="0"/>
              </a:spcAft>
              <a:buClr>
                <a:srgbClr val="888888"/>
              </a:buClr>
              <a:buSzPts val="1620"/>
              <a:buFont typeface="Sorts Mill Goudy"/>
              <a:buNone/>
              <a:defRPr sz="1800">
                <a:solidFill>
                  <a:srgbClr val="888888"/>
                </a:solidFill>
              </a:defRPr>
            </a:lvl2pPr>
            <a:lvl3pPr indent="-228600" lvl="2" marL="1371600" algn="l">
              <a:spcBef>
                <a:spcPts val="600"/>
              </a:spcBef>
              <a:spcAft>
                <a:spcPts val="0"/>
              </a:spcAft>
              <a:buClr>
                <a:srgbClr val="888888"/>
              </a:buClr>
              <a:buSzPts val="1440"/>
              <a:buFont typeface="Sorts Mill Goudy"/>
              <a:buNone/>
              <a:defRPr sz="1600">
                <a:solidFill>
                  <a:srgbClr val="888888"/>
                </a:solidFill>
              </a:defRPr>
            </a:lvl3pPr>
            <a:lvl4pPr indent="-228600" lvl="3" marL="1828800" algn="l">
              <a:spcBef>
                <a:spcPts val="600"/>
              </a:spcBef>
              <a:spcAft>
                <a:spcPts val="0"/>
              </a:spcAft>
              <a:buClr>
                <a:srgbClr val="888888"/>
              </a:buClr>
              <a:buSzPts val="1260"/>
              <a:buFont typeface="Sorts Mill Goudy"/>
              <a:buNone/>
              <a:defRPr sz="1400">
                <a:solidFill>
                  <a:srgbClr val="888888"/>
                </a:solidFill>
              </a:defRPr>
            </a:lvl4pPr>
            <a:lvl5pPr indent="-228600" lvl="4" marL="2286000" algn="l">
              <a:spcBef>
                <a:spcPts val="600"/>
              </a:spcBef>
              <a:spcAft>
                <a:spcPts val="0"/>
              </a:spcAft>
              <a:buClr>
                <a:srgbClr val="888888"/>
              </a:buClr>
              <a:buSzPts val="1260"/>
              <a:buFont typeface="Sorts Mill Goudy"/>
              <a:buNone/>
              <a:defRPr sz="1400">
                <a:solidFill>
                  <a:srgbClr val="888888"/>
                </a:solidFill>
              </a:defRPr>
            </a:lvl5pPr>
            <a:lvl6pPr indent="-228600" lvl="5" marL="2743200" algn="l">
              <a:spcBef>
                <a:spcPts val="280"/>
              </a:spcBef>
              <a:spcAft>
                <a:spcPts val="0"/>
              </a:spcAft>
              <a:buClr>
                <a:srgbClr val="888888"/>
              </a:buClr>
              <a:buSzPts val="1260"/>
              <a:buFont typeface="Sorts Mill Goudy"/>
              <a:buNone/>
              <a:defRPr sz="1400">
                <a:solidFill>
                  <a:srgbClr val="888888"/>
                </a:solidFill>
              </a:defRPr>
            </a:lvl6pPr>
            <a:lvl7pPr indent="-228600" lvl="6" marL="3200400" algn="l">
              <a:spcBef>
                <a:spcPts val="280"/>
              </a:spcBef>
              <a:spcAft>
                <a:spcPts val="0"/>
              </a:spcAft>
              <a:buClr>
                <a:srgbClr val="888888"/>
              </a:buClr>
              <a:buSzPts val="1260"/>
              <a:buFont typeface="Sorts Mill Goudy"/>
              <a:buNone/>
              <a:defRPr sz="1400">
                <a:solidFill>
                  <a:srgbClr val="888888"/>
                </a:solidFill>
              </a:defRPr>
            </a:lvl7pPr>
            <a:lvl8pPr indent="-228600" lvl="7" marL="3657600" algn="l">
              <a:spcBef>
                <a:spcPts val="280"/>
              </a:spcBef>
              <a:spcAft>
                <a:spcPts val="0"/>
              </a:spcAft>
              <a:buClr>
                <a:srgbClr val="888888"/>
              </a:buClr>
              <a:buSzPts val="1260"/>
              <a:buFont typeface="Sorts Mill Goudy"/>
              <a:buNone/>
              <a:defRPr sz="1400">
                <a:solidFill>
                  <a:srgbClr val="888888"/>
                </a:solidFill>
              </a:defRPr>
            </a:lvl8pPr>
            <a:lvl9pPr indent="-228600" lvl="8" marL="4114800" algn="l">
              <a:spcBef>
                <a:spcPts val="280"/>
              </a:spcBef>
              <a:spcAft>
                <a:spcPts val="0"/>
              </a:spcAft>
              <a:buClr>
                <a:srgbClr val="888888"/>
              </a:buClr>
              <a:buSzPts val="1260"/>
              <a:buFont typeface="Sorts Mill Goudy"/>
              <a:buNone/>
              <a:defRPr sz="1400">
                <a:solidFill>
                  <a:srgbClr val="888888"/>
                </a:solidFill>
              </a:defRPr>
            </a:lvl9pPr>
          </a:lstStyle>
          <a:p/>
        </p:txBody>
      </p:sp>
      <p:sp>
        <p:nvSpPr>
          <p:cNvPr id="48" name="Google Shape;48;p7"/>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ith Picture">
  <p:cSld name="Section with Picture">
    <p:bg>
      <p:bgPr>
        <a:blipFill>
          <a:blip r:embed="rId2">
            <a:alphaModFix/>
          </a:blip>
          <a:stretch>
            <a:fillRect/>
          </a:stretch>
        </a:blip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3152775" y="4069804"/>
            <a:ext cx="5538788" cy="116205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Clr>
                <a:schemeClr val="dk1"/>
              </a:buClr>
              <a:buSzPts val="4600"/>
              <a:buFont typeface="Sorts Mill Goudy"/>
              <a:buNone/>
              <a:defRPr b="1" sz="4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53" name="Google Shape;53;p8"/>
          <p:cNvGrpSpPr/>
          <p:nvPr/>
        </p:nvGrpSpPr>
        <p:grpSpPr>
          <a:xfrm rot="-360000">
            <a:off x="654356" y="445180"/>
            <a:ext cx="5416247" cy="3630168"/>
            <a:chOff x="1524000" y="381000"/>
            <a:chExt cx="3657600" cy="4737978"/>
          </a:xfrm>
        </p:grpSpPr>
        <p:sp>
          <p:nvSpPr>
            <p:cNvPr id="54" name="Google Shape;54;p8"/>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sp>
          <p:nvSpPr>
            <p:cNvPr id="55" name="Google Shape;55;p8"/>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grpSp>
      <p:sp>
        <p:nvSpPr>
          <p:cNvPr id="56" name="Google Shape;56;p8"/>
          <p:cNvSpPr/>
          <p:nvPr>
            <p:ph idx="2" type="pic"/>
          </p:nvPr>
        </p:nvSpPr>
        <p:spPr>
          <a:xfrm rot="-360000">
            <a:off x="857681" y="632632"/>
            <a:ext cx="5009597" cy="3255264"/>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
        <p:nvSpPr>
          <p:cNvPr id="57" name="Google Shape;57;p8"/>
          <p:cNvSpPr txBox="1"/>
          <p:nvPr>
            <p:ph idx="1" type="body"/>
          </p:nvPr>
        </p:nvSpPr>
        <p:spPr>
          <a:xfrm>
            <a:off x="3158117" y="5230909"/>
            <a:ext cx="5532958" cy="865093"/>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Clr>
                <a:schemeClr val="dk1"/>
              </a:buClr>
              <a:buSzPts val="1980"/>
              <a:buFont typeface="Sorts Mill Goudy"/>
              <a:buNone/>
              <a:defRPr sz="22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58" name="Google Shape;58;p8"/>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1" name="Shape 61"/>
        <p:cNvGrpSpPr/>
        <p:nvPr/>
      </p:nvGrpSpPr>
      <p:grpSpPr>
        <a:xfrm>
          <a:off x="0" y="0"/>
          <a:ext cx="0" cy="0"/>
          <a:chOff x="0" y="0"/>
          <a:chExt cx="0" cy="0"/>
        </a:xfrm>
      </p:grpSpPr>
      <p:sp>
        <p:nvSpPr>
          <p:cNvPr id="62" name="Google Shape;62;p9"/>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9"/>
          <p:cNvSpPr txBox="1"/>
          <p:nvPr>
            <p:ph idx="1" type="body"/>
          </p:nvPr>
        </p:nvSpPr>
        <p:spPr>
          <a:xfrm>
            <a:off x="914400" y="1735139"/>
            <a:ext cx="3566160" cy="4056062"/>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64" name="Google Shape;64;p9"/>
          <p:cNvSpPr txBox="1"/>
          <p:nvPr>
            <p:ph idx="2" type="body"/>
          </p:nvPr>
        </p:nvSpPr>
        <p:spPr>
          <a:xfrm>
            <a:off x="4648200" y="1735139"/>
            <a:ext cx="3566160" cy="4056062"/>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65" name="Google Shape;65;p9"/>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8" name="Shape 68"/>
        <p:cNvGrpSpPr/>
        <p:nvPr/>
      </p:nvGrpSpPr>
      <p:grpSpPr>
        <a:xfrm>
          <a:off x="0" y="0"/>
          <a:ext cx="0" cy="0"/>
          <a:chOff x="0" y="0"/>
          <a:chExt cx="0" cy="0"/>
        </a:xfrm>
      </p:grpSpPr>
      <p:sp>
        <p:nvSpPr>
          <p:cNvPr id="69" name="Google Shape;69;p10"/>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4600"/>
              <a:buFont typeface="Sorts Mill Goud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0"/>
          <p:cNvSpPr txBox="1"/>
          <p:nvPr>
            <p:ph idx="1" type="body"/>
          </p:nvPr>
        </p:nvSpPr>
        <p:spPr>
          <a:xfrm>
            <a:off x="971326" y="1419366"/>
            <a:ext cx="3200400" cy="584035"/>
          </a:xfrm>
          <a:prstGeom prst="rect">
            <a:avLst/>
          </a:prstGeom>
          <a:noFill/>
          <a:ln>
            <a:noFill/>
          </a:ln>
        </p:spPr>
        <p:txBody>
          <a:bodyPr anchorCtr="0" anchor="b" bIns="45700" lIns="91425" spcFirstLastPara="1" rIns="91425" wrap="square" tIns="45700">
            <a:noAutofit/>
          </a:bodyPr>
          <a:lstStyle>
            <a:lvl1pPr indent="-228600" lvl="0" marL="457200" algn="ctr">
              <a:spcBef>
                <a:spcPts val="0"/>
              </a:spcBef>
              <a:spcAft>
                <a:spcPts val="0"/>
              </a:spcAft>
              <a:buClr>
                <a:srgbClr val="B1A069"/>
              </a:buClr>
              <a:buSzPts val="1980"/>
              <a:buFont typeface="Impact"/>
              <a:buNone/>
              <a:defRPr b="0" sz="2200">
                <a:solidFill>
                  <a:srgbClr val="B1A069"/>
                </a:solidFill>
                <a:latin typeface="Impact"/>
                <a:ea typeface="Impact"/>
                <a:cs typeface="Impact"/>
                <a:sym typeface="Impact"/>
              </a:defRPr>
            </a:lvl1pPr>
            <a:lvl2pPr indent="-228600" lvl="1" marL="914400" algn="l">
              <a:spcBef>
                <a:spcPts val="600"/>
              </a:spcBef>
              <a:spcAft>
                <a:spcPts val="0"/>
              </a:spcAft>
              <a:buClr>
                <a:schemeClr val="dk1"/>
              </a:buClr>
              <a:buSzPts val="1800"/>
              <a:buFont typeface="Sorts Mill Goudy"/>
              <a:buNone/>
              <a:defRPr b="1" sz="2000"/>
            </a:lvl2pPr>
            <a:lvl3pPr indent="-228600" lvl="2" marL="1371600" algn="l">
              <a:spcBef>
                <a:spcPts val="600"/>
              </a:spcBef>
              <a:spcAft>
                <a:spcPts val="0"/>
              </a:spcAft>
              <a:buClr>
                <a:schemeClr val="dk1"/>
              </a:buClr>
              <a:buSzPts val="1620"/>
              <a:buFont typeface="Sorts Mill Goudy"/>
              <a:buNone/>
              <a:defRPr b="1" sz="1800"/>
            </a:lvl3pPr>
            <a:lvl4pPr indent="-228600" lvl="3" marL="1828800" algn="l">
              <a:spcBef>
                <a:spcPts val="600"/>
              </a:spcBef>
              <a:spcAft>
                <a:spcPts val="0"/>
              </a:spcAft>
              <a:buClr>
                <a:schemeClr val="dk1"/>
              </a:buClr>
              <a:buSzPts val="1440"/>
              <a:buFont typeface="Sorts Mill Goudy"/>
              <a:buNone/>
              <a:defRPr b="1" sz="1600"/>
            </a:lvl4pPr>
            <a:lvl5pPr indent="-228600" lvl="4" marL="2286000" algn="l">
              <a:spcBef>
                <a:spcPts val="600"/>
              </a:spcBef>
              <a:spcAft>
                <a:spcPts val="0"/>
              </a:spcAft>
              <a:buClr>
                <a:schemeClr val="dk1"/>
              </a:buClr>
              <a:buSzPts val="1440"/>
              <a:buFont typeface="Sorts Mill Goudy"/>
              <a:buNone/>
              <a:defRPr b="1" sz="1600"/>
            </a:lvl5pPr>
            <a:lvl6pPr indent="-228600" lvl="5" marL="2743200" algn="l">
              <a:spcBef>
                <a:spcPts val="320"/>
              </a:spcBef>
              <a:spcAft>
                <a:spcPts val="0"/>
              </a:spcAft>
              <a:buClr>
                <a:schemeClr val="dk1"/>
              </a:buClr>
              <a:buSzPts val="1440"/>
              <a:buFont typeface="Sorts Mill Goudy"/>
              <a:buNone/>
              <a:defRPr b="1" sz="1600"/>
            </a:lvl6pPr>
            <a:lvl7pPr indent="-228600" lvl="6" marL="3200400" algn="l">
              <a:spcBef>
                <a:spcPts val="320"/>
              </a:spcBef>
              <a:spcAft>
                <a:spcPts val="0"/>
              </a:spcAft>
              <a:buClr>
                <a:schemeClr val="dk1"/>
              </a:buClr>
              <a:buSzPts val="1440"/>
              <a:buFont typeface="Sorts Mill Goudy"/>
              <a:buNone/>
              <a:defRPr b="1" sz="1600"/>
            </a:lvl7pPr>
            <a:lvl8pPr indent="-228600" lvl="7" marL="3657600" algn="l">
              <a:spcBef>
                <a:spcPts val="320"/>
              </a:spcBef>
              <a:spcAft>
                <a:spcPts val="0"/>
              </a:spcAft>
              <a:buClr>
                <a:schemeClr val="dk1"/>
              </a:buClr>
              <a:buSzPts val="1440"/>
              <a:buFont typeface="Sorts Mill Goudy"/>
              <a:buNone/>
              <a:defRPr b="1" sz="1600"/>
            </a:lvl8pPr>
            <a:lvl9pPr indent="-228600" lvl="8" marL="4114800" algn="l">
              <a:spcBef>
                <a:spcPts val="320"/>
              </a:spcBef>
              <a:spcAft>
                <a:spcPts val="0"/>
              </a:spcAft>
              <a:buClr>
                <a:schemeClr val="dk1"/>
              </a:buClr>
              <a:buSzPts val="1440"/>
              <a:buFont typeface="Sorts Mill Goudy"/>
              <a:buNone/>
              <a:defRPr b="1" sz="1600"/>
            </a:lvl9pPr>
          </a:lstStyle>
          <a:p/>
        </p:txBody>
      </p:sp>
      <p:sp>
        <p:nvSpPr>
          <p:cNvPr id="71" name="Google Shape;71;p10"/>
          <p:cNvSpPr txBox="1"/>
          <p:nvPr>
            <p:ph idx="2" type="body"/>
          </p:nvPr>
        </p:nvSpPr>
        <p:spPr>
          <a:xfrm>
            <a:off x="897367" y="2174875"/>
            <a:ext cx="3566160" cy="3616325"/>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20039" lvl="3" marL="1828800" algn="l">
              <a:spcBef>
                <a:spcPts val="600"/>
              </a:spcBef>
              <a:spcAft>
                <a:spcPts val="0"/>
              </a:spcAft>
              <a:buClr>
                <a:schemeClr val="dk1"/>
              </a:buClr>
              <a:buSzPts val="1440"/>
              <a:buFont typeface="Sorts Mill Goudy"/>
              <a:buChar char="•"/>
              <a:defRPr sz="1600"/>
            </a:lvl4pPr>
            <a:lvl5pPr indent="-320039" lvl="4" marL="2286000" algn="l">
              <a:spcBef>
                <a:spcPts val="600"/>
              </a:spcBef>
              <a:spcAft>
                <a:spcPts val="0"/>
              </a:spcAft>
              <a:buClr>
                <a:schemeClr val="dk1"/>
              </a:buClr>
              <a:buSzPts val="1440"/>
              <a:buFont typeface="Sorts Mill Goudy"/>
              <a:buChar char="•"/>
              <a:defRPr sz="1600"/>
            </a:lvl5pPr>
            <a:lvl6pPr indent="-320039" lvl="5" marL="2743200" algn="l">
              <a:spcBef>
                <a:spcPts val="320"/>
              </a:spcBef>
              <a:spcAft>
                <a:spcPts val="0"/>
              </a:spcAft>
              <a:buClr>
                <a:schemeClr val="dk1"/>
              </a:buClr>
              <a:buSzPts val="1440"/>
              <a:buFont typeface="Sorts Mill Goudy"/>
              <a:buChar char="•"/>
              <a:defRPr sz="1600"/>
            </a:lvl6pPr>
            <a:lvl7pPr indent="-320039" lvl="6" marL="3200400" algn="l">
              <a:spcBef>
                <a:spcPts val="320"/>
              </a:spcBef>
              <a:spcAft>
                <a:spcPts val="0"/>
              </a:spcAft>
              <a:buClr>
                <a:schemeClr val="dk1"/>
              </a:buClr>
              <a:buSzPts val="1440"/>
              <a:buFont typeface="Sorts Mill Goudy"/>
              <a:buChar char="•"/>
              <a:defRPr sz="1600"/>
            </a:lvl7pPr>
            <a:lvl8pPr indent="-320040" lvl="7" marL="3657600" algn="l">
              <a:spcBef>
                <a:spcPts val="320"/>
              </a:spcBef>
              <a:spcAft>
                <a:spcPts val="0"/>
              </a:spcAft>
              <a:buClr>
                <a:schemeClr val="dk1"/>
              </a:buClr>
              <a:buSzPts val="1440"/>
              <a:buFont typeface="Sorts Mill Goudy"/>
              <a:buChar char="•"/>
              <a:defRPr sz="1600"/>
            </a:lvl8pPr>
            <a:lvl9pPr indent="-320040" lvl="8" marL="4114800" algn="l">
              <a:spcBef>
                <a:spcPts val="320"/>
              </a:spcBef>
              <a:spcAft>
                <a:spcPts val="0"/>
              </a:spcAft>
              <a:buClr>
                <a:schemeClr val="dk1"/>
              </a:buClr>
              <a:buSzPts val="1440"/>
              <a:buFont typeface="Sorts Mill Goudy"/>
              <a:buChar char="•"/>
              <a:defRPr sz="1600"/>
            </a:lvl9pPr>
          </a:lstStyle>
          <a:p/>
        </p:txBody>
      </p:sp>
      <p:sp>
        <p:nvSpPr>
          <p:cNvPr id="72" name="Google Shape;72;p10"/>
          <p:cNvSpPr txBox="1"/>
          <p:nvPr>
            <p:ph idx="3" type="body"/>
          </p:nvPr>
        </p:nvSpPr>
        <p:spPr>
          <a:xfrm>
            <a:off x="4930247" y="1419366"/>
            <a:ext cx="3200400" cy="584035"/>
          </a:xfrm>
          <a:prstGeom prst="rect">
            <a:avLst/>
          </a:prstGeom>
          <a:noFill/>
          <a:ln>
            <a:noFill/>
          </a:ln>
        </p:spPr>
        <p:txBody>
          <a:bodyPr anchorCtr="0" anchor="b" bIns="45700" lIns="91425" spcFirstLastPara="1" rIns="91425" wrap="square" tIns="45700">
            <a:noAutofit/>
          </a:bodyPr>
          <a:lstStyle>
            <a:lvl1pPr indent="-228600" lvl="0" marL="457200" algn="ctr">
              <a:spcBef>
                <a:spcPts val="0"/>
              </a:spcBef>
              <a:spcAft>
                <a:spcPts val="0"/>
              </a:spcAft>
              <a:buClr>
                <a:srgbClr val="B1A069"/>
              </a:buClr>
              <a:buSzPts val="1980"/>
              <a:buFont typeface="Impact"/>
              <a:buNone/>
              <a:defRPr b="0" sz="2200">
                <a:solidFill>
                  <a:srgbClr val="B1A069"/>
                </a:solidFill>
                <a:latin typeface="Impact"/>
                <a:ea typeface="Impact"/>
                <a:cs typeface="Impact"/>
                <a:sym typeface="Impact"/>
              </a:defRPr>
            </a:lvl1pPr>
            <a:lvl2pPr indent="-228600" lvl="1" marL="914400" algn="l">
              <a:spcBef>
                <a:spcPts val="600"/>
              </a:spcBef>
              <a:spcAft>
                <a:spcPts val="0"/>
              </a:spcAft>
              <a:buClr>
                <a:schemeClr val="dk1"/>
              </a:buClr>
              <a:buSzPts val="1800"/>
              <a:buFont typeface="Sorts Mill Goudy"/>
              <a:buNone/>
              <a:defRPr b="1" sz="2000"/>
            </a:lvl2pPr>
            <a:lvl3pPr indent="-228600" lvl="2" marL="1371600" algn="l">
              <a:spcBef>
                <a:spcPts val="600"/>
              </a:spcBef>
              <a:spcAft>
                <a:spcPts val="0"/>
              </a:spcAft>
              <a:buClr>
                <a:schemeClr val="dk1"/>
              </a:buClr>
              <a:buSzPts val="1620"/>
              <a:buFont typeface="Sorts Mill Goudy"/>
              <a:buNone/>
              <a:defRPr b="1" sz="1800"/>
            </a:lvl3pPr>
            <a:lvl4pPr indent="-228600" lvl="3" marL="1828800" algn="l">
              <a:spcBef>
                <a:spcPts val="600"/>
              </a:spcBef>
              <a:spcAft>
                <a:spcPts val="0"/>
              </a:spcAft>
              <a:buClr>
                <a:schemeClr val="dk1"/>
              </a:buClr>
              <a:buSzPts val="1440"/>
              <a:buFont typeface="Sorts Mill Goudy"/>
              <a:buNone/>
              <a:defRPr b="1" sz="1600"/>
            </a:lvl4pPr>
            <a:lvl5pPr indent="-228600" lvl="4" marL="2286000" algn="l">
              <a:spcBef>
                <a:spcPts val="600"/>
              </a:spcBef>
              <a:spcAft>
                <a:spcPts val="0"/>
              </a:spcAft>
              <a:buClr>
                <a:schemeClr val="dk1"/>
              </a:buClr>
              <a:buSzPts val="1440"/>
              <a:buFont typeface="Sorts Mill Goudy"/>
              <a:buNone/>
              <a:defRPr b="1" sz="1600"/>
            </a:lvl5pPr>
            <a:lvl6pPr indent="-228600" lvl="5" marL="2743200" algn="l">
              <a:spcBef>
                <a:spcPts val="320"/>
              </a:spcBef>
              <a:spcAft>
                <a:spcPts val="0"/>
              </a:spcAft>
              <a:buClr>
                <a:schemeClr val="dk1"/>
              </a:buClr>
              <a:buSzPts val="1440"/>
              <a:buFont typeface="Sorts Mill Goudy"/>
              <a:buNone/>
              <a:defRPr b="1" sz="1600"/>
            </a:lvl6pPr>
            <a:lvl7pPr indent="-228600" lvl="6" marL="3200400" algn="l">
              <a:spcBef>
                <a:spcPts val="320"/>
              </a:spcBef>
              <a:spcAft>
                <a:spcPts val="0"/>
              </a:spcAft>
              <a:buClr>
                <a:schemeClr val="dk1"/>
              </a:buClr>
              <a:buSzPts val="1440"/>
              <a:buFont typeface="Sorts Mill Goudy"/>
              <a:buNone/>
              <a:defRPr b="1" sz="1600"/>
            </a:lvl7pPr>
            <a:lvl8pPr indent="-228600" lvl="7" marL="3657600" algn="l">
              <a:spcBef>
                <a:spcPts val="320"/>
              </a:spcBef>
              <a:spcAft>
                <a:spcPts val="0"/>
              </a:spcAft>
              <a:buClr>
                <a:schemeClr val="dk1"/>
              </a:buClr>
              <a:buSzPts val="1440"/>
              <a:buFont typeface="Sorts Mill Goudy"/>
              <a:buNone/>
              <a:defRPr b="1" sz="1600"/>
            </a:lvl8pPr>
            <a:lvl9pPr indent="-228600" lvl="8" marL="4114800" algn="l">
              <a:spcBef>
                <a:spcPts val="320"/>
              </a:spcBef>
              <a:spcAft>
                <a:spcPts val="0"/>
              </a:spcAft>
              <a:buClr>
                <a:schemeClr val="dk1"/>
              </a:buClr>
              <a:buSzPts val="1440"/>
              <a:buFont typeface="Sorts Mill Goudy"/>
              <a:buNone/>
              <a:defRPr b="1" sz="1600"/>
            </a:lvl9pPr>
          </a:lstStyle>
          <a:p/>
        </p:txBody>
      </p:sp>
      <p:sp>
        <p:nvSpPr>
          <p:cNvPr id="73" name="Google Shape;73;p10"/>
          <p:cNvSpPr txBox="1"/>
          <p:nvPr>
            <p:ph idx="4" type="body"/>
          </p:nvPr>
        </p:nvSpPr>
        <p:spPr>
          <a:xfrm>
            <a:off x="4646514" y="2174875"/>
            <a:ext cx="3566160" cy="3616325"/>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20039" lvl="3" marL="1828800" algn="l">
              <a:spcBef>
                <a:spcPts val="600"/>
              </a:spcBef>
              <a:spcAft>
                <a:spcPts val="0"/>
              </a:spcAft>
              <a:buClr>
                <a:schemeClr val="dk1"/>
              </a:buClr>
              <a:buSzPts val="1440"/>
              <a:buFont typeface="Sorts Mill Goudy"/>
              <a:buChar char="•"/>
              <a:defRPr sz="1600"/>
            </a:lvl4pPr>
            <a:lvl5pPr indent="-320039" lvl="4" marL="2286000" algn="l">
              <a:spcBef>
                <a:spcPts val="600"/>
              </a:spcBef>
              <a:spcAft>
                <a:spcPts val="0"/>
              </a:spcAft>
              <a:buClr>
                <a:schemeClr val="dk1"/>
              </a:buClr>
              <a:buSzPts val="1440"/>
              <a:buFont typeface="Sorts Mill Goudy"/>
              <a:buChar char="•"/>
              <a:defRPr sz="1600"/>
            </a:lvl5pPr>
            <a:lvl6pPr indent="-320039" lvl="5" marL="2743200" algn="l">
              <a:spcBef>
                <a:spcPts val="320"/>
              </a:spcBef>
              <a:spcAft>
                <a:spcPts val="0"/>
              </a:spcAft>
              <a:buClr>
                <a:schemeClr val="dk1"/>
              </a:buClr>
              <a:buSzPts val="1440"/>
              <a:buFont typeface="Sorts Mill Goudy"/>
              <a:buChar char="•"/>
              <a:defRPr sz="1600"/>
            </a:lvl6pPr>
            <a:lvl7pPr indent="-320039" lvl="6" marL="3200400" algn="l">
              <a:spcBef>
                <a:spcPts val="320"/>
              </a:spcBef>
              <a:spcAft>
                <a:spcPts val="0"/>
              </a:spcAft>
              <a:buClr>
                <a:schemeClr val="dk1"/>
              </a:buClr>
              <a:buSzPts val="1440"/>
              <a:buFont typeface="Sorts Mill Goudy"/>
              <a:buChar char="•"/>
              <a:defRPr sz="1600"/>
            </a:lvl7pPr>
            <a:lvl8pPr indent="-320040" lvl="7" marL="3657600" algn="l">
              <a:spcBef>
                <a:spcPts val="320"/>
              </a:spcBef>
              <a:spcAft>
                <a:spcPts val="0"/>
              </a:spcAft>
              <a:buClr>
                <a:schemeClr val="dk1"/>
              </a:buClr>
              <a:buSzPts val="1440"/>
              <a:buFont typeface="Sorts Mill Goudy"/>
              <a:buChar char="•"/>
              <a:defRPr sz="1600"/>
            </a:lvl8pPr>
            <a:lvl9pPr indent="-320040" lvl="8" marL="4114800" algn="l">
              <a:spcBef>
                <a:spcPts val="320"/>
              </a:spcBef>
              <a:spcAft>
                <a:spcPts val="0"/>
              </a:spcAft>
              <a:buClr>
                <a:schemeClr val="dk1"/>
              </a:buClr>
              <a:buSzPts val="1440"/>
              <a:buFont typeface="Sorts Mill Goudy"/>
              <a:buChar char="•"/>
              <a:defRPr sz="1600"/>
            </a:lvl9pPr>
          </a:lstStyle>
          <a:p/>
        </p:txBody>
      </p:sp>
      <p:sp>
        <p:nvSpPr>
          <p:cNvPr id="74" name="Google Shape;74;p10"/>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Comparison-Underline.png" id="77" name="Google Shape;77;p10"/>
          <p:cNvPicPr preferRelativeResize="0"/>
          <p:nvPr/>
        </p:nvPicPr>
        <p:blipFill rotWithShape="1">
          <a:blip r:embed="rId2">
            <a:alphaModFix/>
          </a:blip>
          <a:srcRect b="0" l="0" r="0" t="0"/>
          <a:stretch/>
        </p:blipFill>
        <p:spPr>
          <a:xfrm>
            <a:off x="957042" y="1897042"/>
            <a:ext cx="3228975" cy="142876"/>
          </a:xfrm>
          <a:prstGeom prst="rect">
            <a:avLst/>
          </a:prstGeom>
          <a:noFill/>
          <a:ln>
            <a:noFill/>
          </a:ln>
        </p:spPr>
      </p:pic>
      <p:pic>
        <p:nvPicPr>
          <p:cNvPr descr="Comparison-Underline.png" id="78" name="Google Shape;78;p10"/>
          <p:cNvPicPr preferRelativeResize="0"/>
          <p:nvPr/>
        </p:nvPicPr>
        <p:blipFill rotWithShape="1">
          <a:blip r:embed="rId2">
            <a:alphaModFix/>
          </a:blip>
          <a:srcRect b="0" l="0" r="0" t="0"/>
          <a:stretch/>
        </p:blipFill>
        <p:spPr>
          <a:xfrm>
            <a:off x="4915964" y="1897042"/>
            <a:ext cx="3228975" cy="142876"/>
          </a:xfrm>
          <a:prstGeom prst="rect">
            <a:avLst/>
          </a:prstGeom>
          <a:noFill/>
          <a:ln>
            <a:noFill/>
          </a:ln>
        </p:spPr>
      </p:pic>
      <p:pic>
        <p:nvPicPr>
          <p:cNvPr descr="Comparison-Underline.png" id="79" name="Google Shape;79;p10"/>
          <p:cNvPicPr preferRelativeResize="0"/>
          <p:nvPr/>
        </p:nvPicPr>
        <p:blipFill rotWithShape="1">
          <a:blip r:embed="rId2">
            <a:alphaModFix/>
          </a:blip>
          <a:srcRect b="0" l="0" r="0" t="0"/>
          <a:stretch/>
        </p:blipFill>
        <p:spPr>
          <a:xfrm>
            <a:off x="957042" y="1897042"/>
            <a:ext cx="3228975" cy="142876"/>
          </a:xfrm>
          <a:prstGeom prst="rect">
            <a:avLst/>
          </a:prstGeom>
          <a:noFill/>
          <a:ln>
            <a:noFill/>
          </a:ln>
        </p:spPr>
      </p:pic>
      <p:pic>
        <p:nvPicPr>
          <p:cNvPr descr="Comparison-Underline.png" id="80" name="Google Shape;80;p10"/>
          <p:cNvPicPr preferRelativeResize="0"/>
          <p:nvPr/>
        </p:nvPicPr>
        <p:blipFill rotWithShape="1">
          <a:blip r:embed="rId2">
            <a:alphaModFix/>
          </a:blip>
          <a:srcRect b="0" l="0" r="0" t="0"/>
          <a:stretch/>
        </p:blipFill>
        <p:spPr>
          <a:xfrm>
            <a:off x="4915964" y="1897042"/>
            <a:ext cx="3228975" cy="14287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ntent, Top and Bottom">
  <p:cSld name="2 Content, Top and Bottom">
    <p:spTree>
      <p:nvGrpSpPr>
        <p:cNvPr id="81" name="Shape 81"/>
        <p:cNvGrpSpPr/>
        <p:nvPr/>
      </p:nvGrpSpPr>
      <p:grpSpPr>
        <a:xfrm>
          <a:off x="0" y="0"/>
          <a:ext cx="0" cy="0"/>
          <a:chOff x="0" y="0"/>
          <a:chExt cx="0" cy="0"/>
        </a:xfrm>
      </p:grpSpPr>
      <p:sp>
        <p:nvSpPr>
          <p:cNvPr id="82" name="Google Shape;82;p11"/>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1"/>
          <p:cNvSpPr txBox="1"/>
          <p:nvPr>
            <p:ph idx="1" type="body"/>
          </p:nvPr>
        </p:nvSpPr>
        <p:spPr>
          <a:xfrm>
            <a:off x="914400" y="1735138"/>
            <a:ext cx="731520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84" name="Google Shape;84;p11"/>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7" name="Google Shape;87;p11"/>
          <p:cNvSpPr txBox="1"/>
          <p:nvPr>
            <p:ph idx="2" type="body"/>
          </p:nvPr>
        </p:nvSpPr>
        <p:spPr>
          <a:xfrm>
            <a:off x="914400" y="3870960"/>
            <a:ext cx="731520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ntent">
  <p:cSld name="3 Content">
    <p:spTree>
      <p:nvGrpSpPr>
        <p:cNvPr id="88" name="Shape 88"/>
        <p:cNvGrpSpPr/>
        <p:nvPr/>
      </p:nvGrpSpPr>
      <p:grpSpPr>
        <a:xfrm>
          <a:off x="0" y="0"/>
          <a:ext cx="0" cy="0"/>
          <a:chOff x="0" y="0"/>
          <a:chExt cx="0" cy="0"/>
        </a:xfrm>
      </p:grpSpPr>
      <p:sp>
        <p:nvSpPr>
          <p:cNvPr id="89" name="Google Shape;89;p12"/>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2"/>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12"/>
          <p:cNvSpPr txBox="1"/>
          <p:nvPr>
            <p:ph idx="1" type="body"/>
          </p:nvPr>
        </p:nvSpPr>
        <p:spPr>
          <a:xfrm>
            <a:off x="4645152" y="1735138"/>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94" name="Google Shape;94;p12"/>
          <p:cNvSpPr txBox="1"/>
          <p:nvPr>
            <p:ph idx="2" type="body"/>
          </p:nvPr>
        </p:nvSpPr>
        <p:spPr>
          <a:xfrm>
            <a:off x="4645152" y="3870960"/>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95" name="Google Shape;95;p12"/>
          <p:cNvSpPr txBox="1"/>
          <p:nvPr>
            <p:ph idx="3" type="body"/>
          </p:nvPr>
        </p:nvSpPr>
        <p:spPr>
          <a:xfrm>
            <a:off x="914400" y="1735139"/>
            <a:ext cx="3566160" cy="4056062"/>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ntent">
  <p:cSld name="4 Content">
    <p:spTree>
      <p:nvGrpSpPr>
        <p:cNvPr id="96" name="Shape 96"/>
        <p:cNvGrpSpPr/>
        <p:nvPr/>
      </p:nvGrpSpPr>
      <p:grpSpPr>
        <a:xfrm>
          <a:off x="0" y="0"/>
          <a:ext cx="0" cy="0"/>
          <a:chOff x="0" y="0"/>
          <a:chExt cx="0" cy="0"/>
        </a:xfrm>
      </p:grpSpPr>
      <p:sp>
        <p:nvSpPr>
          <p:cNvPr id="97" name="Google Shape;97;p13"/>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3"/>
          <p:cNvSpPr txBox="1"/>
          <p:nvPr>
            <p:ph idx="1" type="body"/>
          </p:nvPr>
        </p:nvSpPr>
        <p:spPr>
          <a:xfrm>
            <a:off x="914400" y="1735138"/>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99" name="Google Shape;99;p13"/>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3"/>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3"/>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13"/>
          <p:cNvSpPr txBox="1"/>
          <p:nvPr>
            <p:ph idx="2" type="body"/>
          </p:nvPr>
        </p:nvSpPr>
        <p:spPr>
          <a:xfrm>
            <a:off x="914400" y="3870960"/>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103" name="Google Shape;103;p13"/>
          <p:cNvSpPr txBox="1"/>
          <p:nvPr>
            <p:ph idx="3" type="body"/>
          </p:nvPr>
        </p:nvSpPr>
        <p:spPr>
          <a:xfrm>
            <a:off x="4645152" y="1735138"/>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104" name="Google Shape;104;p13"/>
          <p:cNvSpPr txBox="1"/>
          <p:nvPr>
            <p:ph idx="4" type="body"/>
          </p:nvPr>
        </p:nvSpPr>
        <p:spPr>
          <a:xfrm>
            <a:off x="4645152" y="3870960"/>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5" name="Shape 105"/>
        <p:cNvGrpSpPr/>
        <p:nvPr/>
      </p:nvGrpSpPr>
      <p:grpSpPr>
        <a:xfrm>
          <a:off x="0" y="0"/>
          <a:ext cx="0" cy="0"/>
          <a:chOff x="0" y="0"/>
          <a:chExt cx="0" cy="0"/>
        </a:xfrm>
      </p:grpSpPr>
      <p:sp>
        <p:nvSpPr>
          <p:cNvPr id="106" name="Google Shape;106;p14"/>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14"/>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4"/>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4"/>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0" name="Shape 110"/>
        <p:cNvGrpSpPr/>
        <p:nvPr/>
      </p:nvGrpSpPr>
      <p:grpSpPr>
        <a:xfrm>
          <a:off x="0" y="0"/>
          <a:ext cx="0" cy="0"/>
          <a:chOff x="0" y="0"/>
          <a:chExt cx="0" cy="0"/>
        </a:xfrm>
      </p:grpSpPr>
      <p:sp>
        <p:nvSpPr>
          <p:cNvPr id="111" name="Google Shape;111;p15"/>
          <p:cNvSpPr txBox="1"/>
          <p:nvPr>
            <p:ph type="title"/>
          </p:nvPr>
        </p:nvSpPr>
        <p:spPr>
          <a:xfrm>
            <a:off x="914400" y="1690048"/>
            <a:ext cx="3563938" cy="1162050"/>
          </a:xfrm>
          <a:prstGeom prst="rect">
            <a:avLst/>
          </a:prstGeom>
          <a:noFill/>
          <a:ln>
            <a:noFill/>
          </a:ln>
        </p:spPr>
        <p:txBody>
          <a:bodyPr anchorCtr="0" anchor="b" bIns="0" lIns="91425" spcFirstLastPara="1" rIns="91425" wrap="square" tIns="0">
            <a:noAutofit/>
          </a:bodyPr>
          <a:lstStyle>
            <a:lvl1pPr lvl="0" algn="l">
              <a:lnSpc>
                <a:spcPct val="109523"/>
              </a:lnSpc>
              <a:spcBef>
                <a:spcPts val="0"/>
              </a:spcBef>
              <a:spcAft>
                <a:spcPts val="0"/>
              </a:spcAft>
              <a:buClr>
                <a:schemeClr val="dk1"/>
              </a:buClr>
              <a:buSzPts val="4200"/>
              <a:buFont typeface="Sorts Mill Goudy"/>
              <a:buNone/>
              <a:defRPr b="1"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5"/>
          <p:cNvSpPr txBox="1"/>
          <p:nvPr>
            <p:ph idx="1" type="body"/>
          </p:nvPr>
        </p:nvSpPr>
        <p:spPr>
          <a:xfrm>
            <a:off x="4667250" y="368490"/>
            <a:ext cx="3566160" cy="5627498"/>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42900" lvl="5" marL="2743200" algn="l">
              <a:spcBef>
                <a:spcPts val="400"/>
              </a:spcBef>
              <a:spcAft>
                <a:spcPts val="0"/>
              </a:spcAft>
              <a:buClr>
                <a:schemeClr val="dk1"/>
              </a:buClr>
              <a:buSzPts val="1800"/>
              <a:buFont typeface="Sorts Mill Goudy"/>
              <a:buChar char="•"/>
              <a:defRPr sz="2000"/>
            </a:lvl6pPr>
            <a:lvl7pPr indent="-342900" lvl="6" marL="3200400" algn="l">
              <a:spcBef>
                <a:spcPts val="400"/>
              </a:spcBef>
              <a:spcAft>
                <a:spcPts val="0"/>
              </a:spcAft>
              <a:buClr>
                <a:schemeClr val="dk1"/>
              </a:buClr>
              <a:buSzPts val="1800"/>
              <a:buFont typeface="Sorts Mill Goudy"/>
              <a:buChar char="•"/>
              <a:defRPr sz="2000"/>
            </a:lvl7pPr>
            <a:lvl8pPr indent="-342900" lvl="7" marL="3657600" algn="l">
              <a:spcBef>
                <a:spcPts val="400"/>
              </a:spcBef>
              <a:spcAft>
                <a:spcPts val="0"/>
              </a:spcAft>
              <a:buClr>
                <a:schemeClr val="dk1"/>
              </a:buClr>
              <a:buSzPts val="1800"/>
              <a:buFont typeface="Sorts Mill Goudy"/>
              <a:buChar char="•"/>
              <a:defRPr sz="2000"/>
            </a:lvl8pPr>
            <a:lvl9pPr indent="-342900" lvl="8" marL="4114800" algn="l">
              <a:spcBef>
                <a:spcPts val="400"/>
              </a:spcBef>
              <a:spcAft>
                <a:spcPts val="0"/>
              </a:spcAft>
              <a:buClr>
                <a:schemeClr val="dk1"/>
              </a:buClr>
              <a:buSzPts val="1800"/>
              <a:buFont typeface="Sorts Mill Goudy"/>
              <a:buChar char="•"/>
              <a:defRPr sz="2000"/>
            </a:lvl9pPr>
          </a:lstStyle>
          <a:p/>
        </p:txBody>
      </p:sp>
      <p:sp>
        <p:nvSpPr>
          <p:cNvPr id="113" name="Google Shape;113;p15"/>
          <p:cNvSpPr txBox="1"/>
          <p:nvPr>
            <p:ph idx="2" type="body"/>
          </p:nvPr>
        </p:nvSpPr>
        <p:spPr>
          <a:xfrm>
            <a:off x="914398" y="2866031"/>
            <a:ext cx="3563938" cy="2163172"/>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14" name="Google Shape;114;p15"/>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5"/>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5"/>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17" name="Shape 117"/>
        <p:cNvGrpSpPr/>
        <p:nvPr/>
      </p:nvGrpSpPr>
      <p:grpSpPr>
        <a:xfrm>
          <a:off x="0" y="0"/>
          <a:ext cx="0" cy="0"/>
          <a:chOff x="0" y="0"/>
          <a:chExt cx="0" cy="0"/>
        </a:xfrm>
      </p:grpSpPr>
      <p:sp>
        <p:nvSpPr>
          <p:cNvPr id="118" name="Google Shape;118;p16"/>
          <p:cNvSpPr txBox="1"/>
          <p:nvPr>
            <p:ph type="title"/>
          </p:nvPr>
        </p:nvSpPr>
        <p:spPr>
          <a:xfrm>
            <a:off x="5017546" y="1524002"/>
            <a:ext cx="3566160" cy="1162050"/>
          </a:xfrm>
          <a:prstGeom prst="rect">
            <a:avLst/>
          </a:prstGeom>
          <a:noFill/>
          <a:ln>
            <a:noFill/>
          </a:ln>
        </p:spPr>
        <p:txBody>
          <a:bodyPr anchorCtr="0" anchor="b" bIns="0" lIns="91425" spcFirstLastPara="1" rIns="91425" wrap="square" tIns="0">
            <a:noAutofit/>
          </a:bodyPr>
          <a:lstStyle>
            <a:lvl1pPr lvl="0" algn="l">
              <a:lnSpc>
                <a:spcPct val="109523"/>
              </a:lnSpc>
              <a:spcBef>
                <a:spcPts val="0"/>
              </a:spcBef>
              <a:spcAft>
                <a:spcPts val="0"/>
              </a:spcAft>
              <a:buClr>
                <a:schemeClr val="dk1"/>
              </a:buClr>
              <a:buSzPts val="4200"/>
              <a:buFont typeface="Sorts Mill Goudy"/>
              <a:buNone/>
              <a:defRPr b="1"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16"/>
          <p:cNvSpPr txBox="1"/>
          <p:nvPr>
            <p:ph idx="1" type="body"/>
          </p:nvPr>
        </p:nvSpPr>
        <p:spPr>
          <a:xfrm>
            <a:off x="5017544" y="2699982"/>
            <a:ext cx="3566160" cy="2163172"/>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20" name="Google Shape;120;p16"/>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6"/>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6"/>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23" name="Google Shape;123;p16"/>
          <p:cNvGrpSpPr/>
          <p:nvPr/>
        </p:nvGrpSpPr>
        <p:grpSpPr>
          <a:xfrm rot="-178369">
            <a:off x="629032" y="505652"/>
            <a:ext cx="3850925" cy="5516274"/>
            <a:chOff x="1524000" y="381000"/>
            <a:chExt cx="3657600" cy="4737978"/>
          </a:xfrm>
        </p:grpSpPr>
        <p:sp>
          <p:nvSpPr>
            <p:cNvPr id="124" name="Google Shape;124;p16"/>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sp>
          <p:nvSpPr>
            <p:cNvPr id="125" name="Google Shape;125;p16"/>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grpSp>
      <p:sp>
        <p:nvSpPr>
          <p:cNvPr id="126" name="Google Shape;126;p16"/>
          <p:cNvSpPr/>
          <p:nvPr>
            <p:ph idx="2" type="pic"/>
          </p:nvPr>
        </p:nvSpPr>
        <p:spPr>
          <a:xfrm rot="-178369">
            <a:off x="808793" y="667560"/>
            <a:ext cx="3468664" cy="5124724"/>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ictures with Caption">
  <p:cSld name="2 Pictures with Caption">
    <p:spTree>
      <p:nvGrpSpPr>
        <p:cNvPr id="127" name="Shape 127"/>
        <p:cNvGrpSpPr/>
        <p:nvPr/>
      </p:nvGrpSpPr>
      <p:grpSpPr>
        <a:xfrm>
          <a:off x="0" y="0"/>
          <a:ext cx="0" cy="0"/>
          <a:chOff x="0" y="0"/>
          <a:chExt cx="0" cy="0"/>
        </a:xfrm>
      </p:grpSpPr>
      <p:grpSp>
        <p:nvGrpSpPr>
          <p:cNvPr id="128" name="Google Shape;128;p17"/>
          <p:cNvGrpSpPr/>
          <p:nvPr/>
        </p:nvGrpSpPr>
        <p:grpSpPr>
          <a:xfrm rot="-385649">
            <a:off x="313409" y="3520799"/>
            <a:ext cx="4088024" cy="3026020"/>
            <a:chOff x="1524000" y="381000"/>
            <a:chExt cx="3657600" cy="4737978"/>
          </a:xfrm>
        </p:grpSpPr>
        <p:sp>
          <p:nvSpPr>
            <p:cNvPr id="129" name="Google Shape;129;p17"/>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sp>
          <p:nvSpPr>
            <p:cNvPr id="130" name="Google Shape;130;p17"/>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grpSp>
      <p:sp>
        <p:nvSpPr>
          <p:cNvPr id="131" name="Google Shape;131;p17"/>
          <p:cNvSpPr/>
          <p:nvPr>
            <p:ph idx="2" type="pic"/>
          </p:nvPr>
        </p:nvSpPr>
        <p:spPr>
          <a:xfrm rot="-385649">
            <a:off x="491061" y="3682581"/>
            <a:ext cx="3704109" cy="2697083"/>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grpSp>
        <p:nvGrpSpPr>
          <p:cNvPr id="132" name="Google Shape;132;p17"/>
          <p:cNvGrpSpPr/>
          <p:nvPr/>
        </p:nvGrpSpPr>
        <p:grpSpPr>
          <a:xfrm rot="232774">
            <a:off x="169481" y="241258"/>
            <a:ext cx="4088024" cy="3026020"/>
            <a:chOff x="1524000" y="381000"/>
            <a:chExt cx="3657600" cy="4737978"/>
          </a:xfrm>
        </p:grpSpPr>
        <p:sp>
          <p:nvSpPr>
            <p:cNvPr id="133" name="Google Shape;133;p17"/>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sp>
          <p:nvSpPr>
            <p:cNvPr id="134" name="Google Shape;134;p17"/>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grpSp>
      <p:sp>
        <p:nvSpPr>
          <p:cNvPr id="135" name="Google Shape;135;p17"/>
          <p:cNvSpPr/>
          <p:nvPr>
            <p:ph idx="3" type="pic"/>
          </p:nvPr>
        </p:nvSpPr>
        <p:spPr>
          <a:xfrm rot="232774">
            <a:off x="347133" y="403040"/>
            <a:ext cx="3704109" cy="2697083"/>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
        <p:nvSpPr>
          <p:cNvPr id="136" name="Google Shape;136;p17"/>
          <p:cNvSpPr txBox="1"/>
          <p:nvPr>
            <p:ph type="title"/>
          </p:nvPr>
        </p:nvSpPr>
        <p:spPr>
          <a:xfrm>
            <a:off x="5013434" y="1524002"/>
            <a:ext cx="3566160" cy="1162050"/>
          </a:xfrm>
          <a:prstGeom prst="rect">
            <a:avLst/>
          </a:prstGeom>
          <a:noFill/>
          <a:ln>
            <a:noFill/>
          </a:ln>
        </p:spPr>
        <p:txBody>
          <a:bodyPr anchorCtr="0" anchor="b" bIns="0" lIns="91425" spcFirstLastPara="1" rIns="91425" wrap="square" tIns="0">
            <a:noAutofit/>
          </a:bodyPr>
          <a:lstStyle>
            <a:lvl1pPr lvl="0" algn="l">
              <a:lnSpc>
                <a:spcPct val="109523"/>
              </a:lnSpc>
              <a:spcBef>
                <a:spcPts val="0"/>
              </a:spcBef>
              <a:spcAft>
                <a:spcPts val="0"/>
              </a:spcAft>
              <a:buClr>
                <a:schemeClr val="dk1"/>
              </a:buClr>
              <a:buSzPts val="4200"/>
              <a:buFont typeface="Sorts Mill Goudy"/>
              <a:buNone/>
              <a:defRPr b="1"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17"/>
          <p:cNvSpPr txBox="1"/>
          <p:nvPr>
            <p:ph idx="1" type="body"/>
          </p:nvPr>
        </p:nvSpPr>
        <p:spPr>
          <a:xfrm>
            <a:off x="5013432" y="2699982"/>
            <a:ext cx="3566160" cy="2163172"/>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38" name="Google Shape;138;p17"/>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7"/>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7"/>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bove Caption">
  <p:cSld name="Picture above Caption">
    <p:spTree>
      <p:nvGrpSpPr>
        <p:cNvPr id="141" name="Shape 141"/>
        <p:cNvGrpSpPr/>
        <p:nvPr/>
      </p:nvGrpSpPr>
      <p:grpSpPr>
        <a:xfrm>
          <a:off x="0" y="0"/>
          <a:ext cx="0" cy="0"/>
          <a:chOff x="0" y="0"/>
          <a:chExt cx="0" cy="0"/>
        </a:xfrm>
      </p:grpSpPr>
      <p:sp>
        <p:nvSpPr>
          <p:cNvPr id="142" name="Google Shape;142;p18"/>
          <p:cNvSpPr txBox="1"/>
          <p:nvPr>
            <p:ph type="title"/>
          </p:nvPr>
        </p:nvSpPr>
        <p:spPr>
          <a:xfrm>
            <a:off x="914400" y="3762376"/>
            <a:ext cx="7315200" cy="1162050"/>
          </a:xfrm>
          <a:prstGeom prst="rect">
            <a:avLst/>
          </a:prstGeom>
          <a:noFill/>
          <a:ln>
            <a:noFill/>
          </a:ln>
        </p:spPr>
        <p:txBody>
          <a:bodyPr anchorCtr="0" anchor="b" bIns="0" lIns="91425" spcFirstLastPara="1" rIns="91425" wrap="square" tIns="0">
            <a:noAutofit/>
          </a:bodyPr>
          <a:lstStyle>
            <a:lvl1pPr lvl="0" algn="l">
              <a:lnSpc>
                <a:spcPct val="127777"/>
              </a:lnSpc>
              <a:spcBef>
                <a:spcPts val="0"/>
              </a:spcBef>
              <a:spcAft>
                <a:spcPts val="0"/>
              </a:spcAft>
              <a:buClr>
                <a:schemeClr val="dk1"/>
              </a:buClr>
              <a:buSzPts val="3600"/>
              <a:buFont typeface="Sorts Mill Goudy"/>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43" name="Google Shape;143;p18"/>
          <p:cNvGrpSpPr/>
          <p:nvPr/>
        </p:nvGrpSpPr>
        <p:grpSpPr>
          <a:xfrm rot="232774">
            <a:off x="2059286" y="379101"/>
            <a:ext cx="5031327" cy="3443312"/>
            <a:chOff x="1524000" y="381000"/>
            <a:chExt cx="3657600" cy="4737978"/>
          </a:xfrm>
        </p:grpSpPr>
        <p:sp>
          <p:nvSpPr>
            <p:cNvPr id="144" name="Google Shape;144;p18"/>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sp>
          <p:nvSpPr>
            <p:cNvPr id="145" name="Google Shape;145;p18"/>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grpSp>
      <p:sp>
        <p:nvSpPr>
          <p:cNvPr id="146" name="Google Shape;146;p18"/>
          <p:cNvSpPr txBox="1"/>
          <p:nvPr>
            <p:ph idx="1" type="body"/>
          </p:nvPr>
        </p:nvSpPr>
        <p:spPr>
          <a:xfrm>
            <a:off x="914400" y="4928736"/>
            <a:ext cx="7315200" cy="987970"/>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47" name="Google Shape;147;p18"/>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18"/>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18"/>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0" name="Google Shape;150;p18"/>
          <p:cNvSpPr/>
          <p:nvPr>
            <p:ph idx="2" type="pic"/>
          </p:nvPr>
        </p:nvSpPr>
        <p:spPr>
          <a:xfrm rot="232774">
            <a:off x="2248161" y="564564"/>
            <a:ext cx="4653577" cy="3072384"/>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ictures above Caption">
  <p:cSld name="2 Pictures above Caption">
    <p:spTree>
      <p:nvGrpSpPr>
        <p:cNvPr id="151" name="Shape 151"/>
        <p:cNvGrpSpPr/>
        <p:nvPr/>
      </p:nvGrpSpPr>
      <p:grpSpPr>
        <a:xfrm>
          <a:off x="0" y="0"/>
          <a:ext cx="0" cy="0"/>
          <a:chOff x="0" y="0"/>
          <a:chExt cx="0" cy="0"/>
        </a:xfrm>
      </p:grpSpPr>
      <p:sp>
        <p:nvSpPr>
          <p:cNvPr id="152" name="Google Shape;152;p19"/>
          <p:cNvSpPr txBox="1"/>
          <p:nvPr>
            <p:ph type="title"/>
          </p:nvPr>
        </p:nvSpPr>
        <p:spPr>
          <a:xfrm>
            <a:off x="914400" y="3762376"/>
            <a:ext cx="7315200" cy="1162050"/>
          </a:xfrm>
          <a:prstGeom prst="rect">
            <a:avLst/>
          </a:prstGeom>
          <a:noFill/>
          <a:ln>
            <a:noFill/>
          </a:ln>
        </p:spPr>
        <p:txBody>
          <a:bodyPr anchorCtr="0" anchor="b" bIns="0" lIns="91425" spcFirstLastPara="1" rIns="91425" wrap="square" tIns="0">
            <a:noAutofit/>
          </a:bodyPr>
          <a:lstStyle>
            <a:lvl1pPr lvl="0" algn="l">
              <a:lnSpc>
                <a:spcPct val="127777"/>
              </a:lnSpc>
              <a:spcBef>
                <a:spcPts val="0"/>
              </a:spcBef>
              <a:spcAft>
                <a:spcPts val="0"/>
              </a:spcAft>
              <a:buClr>
                <a:schemeClr val="dk1"/>
              </a:buClr>
              <a:buSzPts val="3600"/>
              <a:buFont typeface="Sorts Mill Goudy"/>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53" name="Google Shape;153;p19"/>
          <p:cNvGrpSpPr/>
          <p:nvPr/>
        </p:nvGrpSpPr>
        <p:grpSpPr>
          <a:xfrm rot="-180000">
            <a:off x="113687" y="116368"/>
            <a:ext cx="3969060" cy="3705360"/>
            <a:chOff x="1524000" y="381000"/>
            <a:chExt cx="3657600" cy="4737978"/>
          </a:xfrm>
        </p:grpSpPr>
        <p:sp>
          <p:nvSpPr>
            <p:cNvPr id="154" name="Google Shape;154;p19"/>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sp>
          <p:nvSpPr>
            <p:cNvPr id="155" name="Google Shape;155;p19"/>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grpSp>
      <p:sp>
        <p:nvSpPr>
          <p:cNvPr id="156" name="Google Shape;156;p19"/>
          <p:cNvSpPr/>
          <p:nvPr>
            <p:ph idx="2" type="pic"/>
          </p:nvPr>
        </p:nvSpPr>
        <p:spPr>
          <a:xfrm rot="-180000">
            <a:off x="299155" y="305001"/>
            <a:ext cx="3598455" cy="3334235"/>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grpSp>
        <p:nvGrpSpPr>
          <p:cNvPr id="157" name="Google Shape;157;p19"/>
          <p:cNvGrpSpPr/>
          <p:nvPr/>
        </p:nvGrpSpPr>
        <p:grpSpPr>
          <a:xfrm rot="360000">
            <a:off x="4165483" y="323143"/>
            <a:ext cx="4792693" cy="3443312"/>
            <a:chOff x="1524000" y="381000"/>
            <a:chExt cx="3657600" cy="4737978"/>
          </a:xfrm>
        </p:grpSpPr>
        <p:sp>
          <p:nvSpPr>
            <p:cNvPr id="158" name="Google Shape;158;p19"/>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sp>
          <p:nvSpPr>
            <p:cNvPr id="159" name="Google Shape;159;p19"/>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rts Mill Goudy"/>
                <a:ea typeface="Sorts Mill Goudy"/>
                <a:cs typeface="Sorts Mill Goudy"/>
                <a:sym typeface="Sorts Mill Goudy"/>
              </a:endParaRPr>
            </a:p>
          </p:txBody>
        </p:sp>
      </p:grpSp>
      <p:sp>
        <p:nvSpPr>
          <p:cNvPr id="160" name="Google Shape;160;p19"/>
          <p:cNvSpPr/>
          <p:nvPr>
            <p:ph idx="3" type="pic"/>
          </p:nvPr>
        </p:nvSpPr>
        <p:spPr>
          <a:xfrm rot="360000">
            <a:off x="4336486" y="507668"/>
            <a:ext cx="4432860" cy="3072384"/>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
        <p:nvSpPr>
          <p:cNvPr id="161" name="Google Shape;161;p19"/>
          <p:cNvSpPr txBox="1"/>
          <p:nvPr>
            <p:ph idx="1" type="body"/>
          </p:nvPr>
        </p:nvSpPr>
        <p:spPr>
          <a:xfrm>
            <a:off x="914400" y="4926106"/>
            <a:ext cx="7315200" cy="990600"/>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62" name="Google Shape;162;p19"/>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19"/>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9"/>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bg>
      <p:bgPr>
        <a:blipFill>
          <a:blip r:embed="rId2">
            <a:alphaModFix/>
          </a:blip>
          <a:stretch>
            <a:fillRect/>
          </a:stretch>
        </a:blipFill>
      </p:bgPr>
    </p:bg>
    <p:spTree>
      <p:nvGrpSpPr>
        <p:cNvPr id="165" name="Shape 165"/>
        <p:cNvGrpSpPr/>
        <p:nvPr/>
      </p:nvGrpSpPr>
      <p:grpSpPr>
        <a:xfrm>
          <a:off x="0" y="0"/>
          <a:ext cx="0" cy="0"/>
          <a:chOff x="0" y="0"/>
          <a:chExt cx="0" cy="0"/>
        </a:xfrm>
      </p:grpSpPr>
      <p:sp>
        <p:nvSpPr>
          <p:cNvPr id="166" name="Google Shape;166;p20"/>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0"/>
          <p:cNvSpPr txBox="1"/>
          <p:nvPr>
            <p:ph idx="1" type="body"/>
          </p:nvPr>
        </p:nvSpPr>
        <p:spPr>
          <a:xfrm rot="5400000">
            <a:off x="2543180" y="106363"/>
            <a:ext cx="4056062" cy="7313613"/>
          </a:xfrm>
          <a:prstGeom prst="rect">
            <a:avLst/>
          </a:prstGeom>
          <a:noFill/>
          <a:ln>
            <a:noFill/>
          </a:ln>
        </p:spPr>
        <p:txBody>
          <a:bodyPr anchorCtr="0" anchor="t" bIns="45700" lIns="91425" spcFirstLastPara="1" rIns="91425" wrap="square" tIns="45700">
            <a:noAutofit/>
          </a:bodyPr>
          <a:lstStyle>
            <a:lvl1pPr indent="-331470" lvl="0" marL="457200" algn="l">
              <a:spcBef>
                <a:spcPts val="2000"/>
              </a:spcBef>
              <a:spcAft>
                <a:spcPts val="0"/>
              </a:spcAft>
              <a:buClr>
                <a:schemeClr val="dk1"/>
              </a:buClr>
              <a:buSzPts val="1620"/>
              <a:buChar char="•"/>
              <a:defRPr/>
            </a:lvl1pPr>
            <a:lvl2pPr indent="-331469" lvl="1" marL="914400" algn="l">
              <a:spcBef>
                <a:spcPts val="600"/>
              </a:spcBef>
              <a:spcAft>
                <a:spcPts val="0"/>
              </a:spcAft>
              <a:buClr>
                <a:schemeClr val="dk1"/>
              </a:buClr>
              <a:buSzPts val="1620"/>
              <a:buChar char="•"/>
              <a:defRPr/>
            </a:lvl2pPr>
            <a:lvl3pPr indent="-331469" lvl="2" marL="1371600" algn="l">
              <a:spcBef>
                <a:spcPts val="600"/>
              </a:spcBef>
              <a:spcAft>
                <a:spcPts val="0"/>
              </a:spcAft>
              <a:buClr>
                <a:schemeClr val="dk1"/>
              </a:buClr>
              <a:buSzPts val="1620"/>
              <a:buChar char="•"/>
              <a:defRPr/>
            </a:lvl3pPr>
            <a:lvl4pPr indent="-331469" lvl="3" marL="1828800" algn="l">
              <a:spcBef>
                <a:spcPts val="600"/>
              </a:spcBef>
              <a:spcAft>
                <a:spcPts val="0"/>
              </a:spcAft>
              <a:buClr>
                <a:schemeClr val="dk1"/>
              </a:buClr>
              <a:buSzPts val="1620"/>
              <a:buChar char="•"/>
              <a:defRPr/>
            </a:lvl4pPr>
            <a:lvl5pPr indent="-331470" lvl="4" marL="2286000" algn="l">
              <a:spcBef>
                <a:spcPts val="600"/>
              </a:spcBef>
              <a:spcAft>
                <a:spcPts val="0"/>
              </a:spcAft>
              <a:buClr>
                <a:schemeClr val="dk1"/>
              </a:buClr>
              <a:buSzPts val="1620"/>
              <a:buFont typeface="Sorts Mill Goudy"/>
              <a:buChar char="•"/>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168" name="Google Shape;168;p20"/>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20"/>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0"/>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bg>
      <p:bgPr>
        <a:blipFill>
          <a:blip r:embed="rId2">
            <a:alphaModFix/>
          </a:blip>
          <a:stretch>
            <a:fillRect/>
          </a:stretch>
        </a:blipFill>
      </p:bgPr>
    </p:bg>
    <p:spTree>
      <p:nvGrpSpPr>
        <p:cNvPr id="171" name="Shape 171"/>
        <p:cNvGrpSpPr/>
        <p:nvPr/>
      </p:nvGrpSpPr>
      <p:grpSpPr>
        <a:xfrm>
          <a:off x="0" y="0"/>
          <a:ext cx="0" cy="0"/>
          <a:chOff x="0" y="0"/>
          <a:chExt cx="0" cy="0"/>
        </a:xfrm>
      </p:grpSpPr>
      <p:sp>
        <p:nvSpPr>
          <p:cNvPr id="172" name="Google Shape;172;p21"/>
          <p:cNvSpPr txBox="1"/>
          <p:nvPr>
            <p:ph type="title"/>
          </p:nvPr>
        </p:nvSpPr>
        <p:spPr>
          <a:xfrm rot="5400000">
            <a:off x="5295821" y="2706715"/>
            <a:ext cx="5357812" cy="846083"/>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21"/>
          <p:cNvSpPr txBox="1"/>
          <p:nvPr>
            <p:ph idx="1" type="body"/>
          </p:nvPr>
        </p:nvSpPr>
        <p:spPr>
          <a:xfrm rot="5400000">
            <a:off x="1207294" y="157957"/>
            <a:ext cx="5357812" cy="5943600"/>
          </a:xfrm>
          <a:prstGeom prst="rect">
            <a:avLst/>
          </a:prstGeom>
          <a:noFill/>
          <a:ln>
            <a:noFill/>
          </a:ln>
        </p:spPr>
        <p:txBody>
          <a:bodyPr anchorCtr="0" anchor="t" bIns="45700" lIns="91425" spcFirstLastPara="1" rIns="91425" wrap="square" tIns="45700">
            <a:noAutofit/>
          </a:bodyPr>
          <a:lstStyle>
            <a:lvl1pPr indent="-331470" lvl="0" marL="457200" algn="l">
              <a:spcBef>
                <a:spcPts val="2000"/>
              </a:spcBef>
              <a:spcAft>
                <a:spcPts val="0"/>
              </a:spcAft>
              <a:buClr>
                <a:schemeClr val="dk1"/>
              </a:buClr>
              <a:buSzPts val="1620"/>
              <a:buChar char="•"/>
              <a:defRPr/>
            </a:lvl1pPr>
            <a:lvl2pPr indent="-331469" lvl="1" marL="914400" algn="l">
              <a:spcBef>
                <a:spcPts val="600"/>
              </a:spcBef>
              <a:spcAft>
                <a:spcPts val="0"/>
              </a:spcAft>
              <a:buClr>
                <a:schemeClr val="dk1"/>
              </a:buClr>
              <a:buSzPts val="1620"/>
              <a:buChar char="•"/>
              <a:defRPr/>
            </a:lvl2pPr>
            <a:lvl3pPr indent="-331469" lvl="2" marL="1371600" algn="l">
              <a:spcBef>
                <a:spcPts val="600"/>
              </a:spcBef>
              <a:spcAft>
                <a:spcPts val="0"/>
              </a:spcAft>
              <a:buClr>
                <a:schemeClr val="dk1"/>
              </a:buClr>
              <a:buSzPts val="1620"/>
              <a:buChar char="•"/>
              <a:defRPr/>
            </a:lvl3pPr>
            <a:lvl4pPr indent="-331469" lvl="3" marL="1828800" algn="l">
              <a:spcBef>
                <a:spcPts val="600"/>
              </a:spcBef>
              <a:spcAft>
                <a:spcPts val="0"/>
              </a:spcAft>
              <a:buClr>
                <a:schemeClr val="dk1"/>
              </a:buClr>
              <a:buSzPts val="1620"/>
              <a:buChar char="•"/>
              <a:defRPr/>
            </a:lvl4pPr>
            <a:lvl5pPr indent="-331470" lvl="4" marL="2286000" algn="l">
              <a:spcBef>
                <a:spcPts val="600"/>
              </a:spcBef>
              <a:spcAft>
                <a:spcPts val="0"/>
              </a:spcAft>
              <a:buClr>
                <a:schemeClr val="dk1"/>
              </a:buClr>
              <a:buSzPts val="1620"/>
              <a:buFont typeface="Sorts Mill Goudy"/>
              <a:buChar char="•"/>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174" name="Google Shape;174;p21"/>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21"/>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21"/>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chemeClr val="dk1"/>
              </a:buClr>
              <a:buSzPts val="4600"/>
              <a:buFont typeface="Sorts Mill Goudy"/>
              <a:buNone/>
              <a:defRPr b="0" i="0" sz="4600" u="none" cap="none" strike="noStrike">
                <a:solidFill>
                  <a:schemeClr val="dk1"/>
                </a:solidFill>
                <a:latin typeface="Sorts Mill Goudy"/>
                <a:ea typeface="Sorts Mill Goudy"/>
                <a:cs typeface="Sorts Mill Goudy"/>
                <a:sym typeface="Sorts Mill Goud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914404" y="1735138"/>
            <a:ext cx="7313613" cy="4056062"/>
          </a:xfrm>
          <a:prstGeom prst="rect">
            <a:avLst/>
          </a:prstGeom>
          <a:noFill/>
          <a:ln>
            <a:noFill/>
          </a:ln>
        </p:spPr>
        <p:txBody>
          <a:bodyPr anchorCtr="0" anchor="t" bIns="45700" lIns="91425" spcFirstLastPara="1" rIns="91425" wrap="square" tIns="45700">
            <a:noAutofit/>
          </a:bodyPr>
          <a:lstStyle>
            <a:lvl1pPr indent="-365760" lvl="0" marL="457200" marR="0" rtl="0" algn="l">
              <a:spcBef>
                <a:spcPts val="2000"/>
              </a:spcBef>
              <a:spcAft>
                <a:spcPts val="0"/>
              </a:spcAft>
              <a:buClr>
                <a:schemeClr val="dk1"/>
              </a:buClr>
              <a:buSzPts val="2160"/>
              <a:buFont typeface="Sorts Mill Goudy"/>
              <a:buChar char="•"/>
              <a:defRPr b="0" i="0" sz="2400" u="none" cap="none" strike="noStrike">
                <a:solidFill>
                  <a:schemeClr val="dk1"/>
                </a:solidFill>
                <a:latin typeface="Sorts Mill Goudy"/>
                <a:ea typeface="Sorts Mill Goudy"/>
                <a:cs typeface="Sorts Mill Goudy"/>
                <a:sym typeface="Sorts Mill Goudy"/>
              </a:defRPr>
            </a:lvl1pPr>
            <a:lvl2pPr indent="-354330" lvl="1" marL="914400"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indent="-342900" lvl="2" marL="1371600"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indent="-331469" lvl="3" marL="1828800"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indent="-331470" lvl="4" marL="2286000"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indent="-331470" lvl="5" marL="2743200"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indent="-331470" lvl="6" marL="3200400"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indent="-331470" lvl="7" marL="3657600"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indent="-331470" lvl="8" marL="4114800"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
        <p:nvSpPr>
          <p:cNvPr id="12" name="Google Shape;12;p1"/>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chemeClr val="dk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9pPr>
          </a:lstStyle>
          <a:p/>
        </p:txBody>
      </p:sp>
      <p:sp>
        <p:nvSpPr>
          <p:cNvPr id="13" name="Google Shape;13;p1"/>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chemeClr val="dk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9pPr>
          </a:lstStyle>
          <a:p/>
        </p:txBody>
      </p:sp>
      <p:sp>
        <p:nvSpPr>
          <p:cNvPr id="14" name="Google Shape;14;p1"/>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8200" u="none" cap="none" strike="noStrike">
                <a:solidFill>
                  <a:schemeClr val="dk1"/>
                </a:solidFill>
                <a:latin typeface="Impact"/>
                <a:ea typeface="Impact"/>
                <a:cs typeface="Impact"/>
                <a:sym typeface="Impact"/>
              </a:defRPr>
            </a:lvl1pPr>
            <a:lvl2pPr indent="0" lvl="1" marL="0" marR="0" rtl="0" algn="r">
              <a:spcBef>
                <a:spcPts val="0"/>
              </a:spcBef>
              <a:buNone/>
              <a:defRPr b="0" i="0" sz="8200" u="none" cap="none" strike="noStrike">
                <a:solidFill>
                  <a:schemeClr val="dk1"/>
                </a:solidFill>
                <a:latin typeface="Impact"/>
                <a:ea typeface="Impact"/>
                <a:cs typeface="Impact"/>
                <a:sym typeface="Impact"/>
              </a:defRPr>
            </a:lvl2pPr>
            <a:lvl3pPr indent="0" lvl="2" marL="0" marR="0" rtl="0" algn="r">
              <a:spcBef>
                <a:spcPts val="0"/>
              </a:spcBef>
              <a:buNone/>
              <a:defRPr b="0" i="0" sz="8200" u="none" cap="none" strike="noStrike">
                <a:solidFill>
                  <a:schemeClr val="dk1"/>
                </a:solidFill>
                <a:latin typeface="Impact"/>
                <a:ea typeface="Impact"/>
                <a:cs typeface="Impact"/>
                <a:sym typeface="Impact"/>
              </a:defRPr>
            </a:lvl3pPr>
            <a:lvl4pPr indent="0" lvl="3" marL="0" marR="0" rtl="0" algn="r">
              <a:spcBef>
                <a:spcPts val="0"/>
              </a:spcBef>
              <a:buNone/>
              <a:defRPr b="0" i="0" sz="8200" u="none" cap="none" strike="noStrike">
                <a:solidFill>
                  <a:schemeClr val="dk1"/>
                </a:solidFill>
                <a:latin typeface="Impact"/>
                <a:ea typeface="Impact"/>
                <a:cs typeface="Impact"/>
                <a:sym typeface="Impact"/>
              </a:defRPr>
            </a:lvl4pPr>
            <a:lvl5pPr indent="0" lvl="4" marL="0" marR="0" rtl="0" algn="r">
              <a:spcBef>
                <a:spcPts val="0"/>
              </a:spcBef>
              <a:buNone/>
              <a:defRPr b="0" i="0" sz="8200" u="none" cap="none" strike="noStrike">
                <a:solidFill>
                  <a:schemeClr val="dk1"/>
                </a:solidFill>
                <a:latin typeface="Impact"/>
                <a:ea typeface="Impact"/>
                <a:cs typeface="Impact"/>
                <a:sym typeface="Impact"/>
              </a:defRPr>
            </a:lvl5pPr>
            <a:lvl6pPr indent="0" lvl="5" marL="0" marR="0" rtl="0" algn="r">
              <a:spcBef>
                <a:spcPts val="0"/>
              </a:spcBef>
              <a:buNone/>
              <a:defRPr b="0" i="0" sz="8200" u="none" cap="none" strike="noStrike">
                <a:solidFill>
                  <a:schemeClr val="dk1"/>
                </a:solidFill>
                <a:latin typeface="Impact"/>
                <a:ea typeface="Impact"/>
                <a:cs typeface="Impact"/>
                <a:sym typeface="Impact"/>
              </a:defRPr>
            </a:lvl6pPr>
            <a:lvl7pPr indent="0" lvl="6" marL="0" marR="0" rtl="0" algn="r">
              <a:spcBef>
                <a:spcPts val="0"/>
              </a:spcBef>
              <a:buNone/>
              <a:defRPr b="0" i="0" sz="8200" u="none" cap="none" strike="noStrike">
                <a:solidFill>
                  <a:schemeClr val="dk1"/>
                </a:solidFill>
                <a:latin typeface="Impact"/>
                <a:ea typeface="Impact"/>
                <a:cs typeface="Impact"/>
                <a:sym typeface="Impact"/>
              </a:defRPr>
            </a:lvl7pPr>
            <a:lvl8pPr indent="0" lvl="7" marL="0" marR="0" rtl="0" algn="r">
              <a:spcBef>
                <a:spcPts val="0"/>
              </a:spcBef>
              <a:buNone/>
              <a:defRPr b="0" i="0" sz="8200" u="none" cap="none" strike="noStrike">
                <a:solidFill>
                  <a:schemeClr val="dk1"/>
                </a:solidFill>
                <a:latin typeface="Impact"/>
                <a:ea typeface="Impact"/>
                <a:cs typeface="Impact"/>
                <a:sym typeface="Impact"/>
              </a:defRPr>
            </a:lvl8pPr>
            <a:lvl9pPr indent="0" lvl="8" marL="0" marR="0" rtl="0" algn="r">
              <a:spcBef>
                <a:spcPts val="0"/>
              </a:spcBef>
              <a:buNone/>
              <a:defRPr b="0" i="0" sz="8200" u="none" cap="none" strike="noStrike">
                <a:solidFill>
                  <a:schemeClr val="dk1"/>
                </a:solidFill>
                <a:latin typeface="Impact"/>
                <a:ea typeface="Impact"/>
                <a:cs typeface="Impact"/>
                <a:sym typeface="Impac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www.nsbe.org/News-Media/Blogs/Karl-Reid/June-2016/STEM-and-Social-Justice.aspx#.XQfysNNKhBw"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nvSpPr>
        <p:spPr>
          <a:xfrm>
            <a:off x="867354" y="512416"/>
            <a:ext cx="7418972" cy="563231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3600" u="none" cap="none" strike="noStrike">
                <a:solidFill>
                  <a:schemeClr val="dk1"/>
                </a:solidFill>
                <a:latin typeface="Zilla Slab"/>
                <a:ea typeface="Zilla Slab"/>
                <a:cs typeface="Zilla Slab"/>
                <a:sym typeface="Zilla Slab"/>
              </a:rPr>
              <a:t>What is Justice?</a:t>
            </a:r>
            <a:endParaRPr b="1">
              <a:latin typeface="Zilla Slab"/>
              <a:ea typeface="Zilla Slab"/>
              <a:cs typeface="Zilla Slab"/>
              <a:sym typeface="Zilla Slab"/>
            </a:endParaRPr>
          </a:p>
          <a:p>
            <a:pPr indent="0" lvl="0" marL="0" marR="0" rtl="0" algn="l">
              <a:spcBef>
                <a:spcPts val="0"/>
              </a:spcBef>
              <a:spcAft>
                <a:spcPts val="0"/>
              </a:spcAft>
              <a:buNone/>
            </a:pPr>
            <a:r>
              <a:t/>
            </a:r>
            <a:endParaRPr sz="2400">
              <a:solidFill>
                <a:schemeClr val="dk1"/>
              </a:solidFill>
              <a:latin typeface="Zilla Slab"/>
              <a:ea typeface="Zilla Slab"/>
              <a:cs typeface="Zilla Slab"/>
              <a:sym typeface="Zilla Slab"/>
            </a:endParaRPr>
          </a:p>
          <a:p>
            <a:pPr indent="0" lvl="0" marL="0" marR="0" rtl="0" algn="ctr">
              <a:spcBef>
                <a:spcPts val="0"/>
              </a:spcBef>
              <a:spcAft>
                <a:spcPts val="0"/>
              </a:spcAft>
              <a:buNone/>
            </a:pPr>
            <a:r>
              <a:rPr b="1" lang="en-US" sz="2000" u="sng">
                <a:solidFill>
                  <a:schemeClr val="dk1"/>
                </a:solidFill>
                <a:latin typeface="Zilla Slab"/>
                <a:ea typeface="Zilla Slab"/>
                <a:cs typeface="Zilla Slab"/>
                <a:sym typeface="Zilla Slab"/>
              </a:rPr>
              <a:t>Outline:</a:t>
            </a:r>
            <a:endParaRPr b="1" sz="2000" u="sng">
              <a:solidFill>
                <a:schemeClr val="dk1"/>
              </a:solidFill>
              <a:latin typeface="Zilla Slab"/>
              <a:ea typeface="Zilla Slab"/>
              <a:cs typeface="Zilla Slab"/>
              <a:sym typeface="Zilla Slab"/>
            </a:endParaRPr>
          </a:p>
          <a:p>
            <a:pPr indent="0" lvl="0" marL="0" marR="0" rtl="0" algn="ctr">
              <a:spcBef>
                <a:spcPts val="0"/>
              </a:spcBef>
              <a:spcAft>
                <a:spcPts val="0"/>
              </a:spcAft>
              <a:buNone/>
            </a:pPr>
            <a:r>
              <a:rPr lang="en-US" sz="2000">
                <a:solidFill>
                  <a:schemeClr val="dk1"/>
                </a:solidFill>
                <a:latin typeface="Zilla Slab"/>
                <a:ea typeface="Zilla Slab"/>
                <a:cs typeface="Zilla Slab"/>
                <a:sym typeface="Zilla Slab"/>
              </a:rPr>
              <a:t>Defining Justice</a:t>
            </a:r>
            <a:endParaRPr sz="2000">
              <a:solidFill>
                <a:schemeClr val="dk1"/>
              </a:solidFill>
              <a:latin typeface="Zilla Slab"/>
              <a:ea typeface="Zilla Slab"/>
              <a:cs typeface="Zilla Slab"/>
              <a:sym typeface="Zilla Slab"/>
            </a:endParaRPr>
          </a:p>
          <a:p>
            <a:pPr indent="0" lvl="0" marL="0" marR="0" rtl="0" algn="ctr">
              <a:spcBef>
                <a:spcPts val="0"/>
              </a:spcBef>
              <a:spcAft>
                <a:spcPts val="0"/>
              </a:spcAft>
              <a:buNone/>
            </a:pPr>
            <a:r>
              <a:rPr lang="en-US" sz="2000">
                <a:solidFill>
                  <a:schemeClr val="dk1"/>
                </a:solidFill>
                <a:latin typeface="Zilla Slab"/>
                <a:ea typeface="Zilla Slab"/>
                <a:cs typeface="Zilla Slab"/>
                <a:sym typeface="Zilla Slab"/>
              </a:rPr>
              <a:t>Focusing on Social Justice</a:t>
            </a:r>
            <a:endParaRPr sz="2000">
              <a:solidFill>
                <a:schemeClr val="dk1"/>
              </a:solidFill>
              <a:latin typeface="Zilla Slab"/>
              <a:ea typeface="Zilla Slab"/>
              <a:cs typeface="Zilla Slab"/>
              <a:sym typeface="Zilla Slab"/>
            </a:endParaRPr>
          </a:p>
          <a:p>
            <a:pPr indent="0" lvl="0" marL="0" marR="0" rtl="0" algn="ctr">
              <a:spcBef>
                <a:spcPts val="0"/>
              </a:spcBef>
              <a:spcAft>
                <a:spcPts val="0"/>
              </a:spcAft>
              <a:buNone/>
            </a:pPr>
            <a:r>
              <a:rPr lang="en-US" sz="2000">
                <a:solidFill>
                  <a:schemeClr val="dk1"/>
                </a:solidFill>
                <a:latin typeface="Zilla Slab"/>
                <a:ea typeface="Zilla Slab"/>
                <a:cs typeface="Zilla Slab"/>
                <a:sym typeface="Zilla Slab"/>
              </a:rPr>
              <a:t>Frameworks</a:t>
            </a:r>
            <a:endParaRPr sz="2000">
              <a:solidFill>
                <a:schemeClr val="dk1"/>
              </a:solidFill>
              <a:latin typeface="Zilla Slab"/>
              <a:ea typeface="Zilla Slab"/>
              <a:cs typeface="Zilla Slab"/>
              <a:sym typeface="Zilla Slab"/>
            </a:endParaRPr>
          </a:p>
          <a:p>
            <a:pPr indent="0" lvl="0" marL="0" marR="0" rtl="0" algn="ctr">
              <a:spcBef>
                <a:spcPts val="0"/>
              </a:spcBef>
              <a:spcAft>
                <a:spcPts val="0"/>
              </a:spcAft>
              <a:buNone/>
            </a:pPr>
            <a:r>
              <a:rPr lang="en-US" sz="2000">
                <a:solidFill>
                  <a:schemeClr val="dk1"/>
                </a:solidFill>
                <a:latin typeface="Zilla Slab"/>
                <a:ea typeface="Zilla Slab"/>
                <a:cs typeface="Zilla Slab"/>
                <a:sym typeface="Zilla Slab"/>
              </a:rPr>
              <a:t>Activities/Discussion: where the class stands</a:t>
            </a:r>
            <a:endParaRPr sz="2000">
              <a:solidFill>
                <a:schemeClr val="dk1"/>
              </a:solidFill>
              <a:latin typeface="Zilla Slab"/>
              <a:ea typeface="Zilla Slab"/>
              <a:cs typeface="Zilla Slab"/>
              <a:sym typeface="Zilla Slab"/>
            </a:endParaRPr>
          </a:p>
          <a:p>
            <a:pPr indent="0" lvl="0" marL="0" marR="0" rtl="0" algn="ctr">
              <a:spcBef>
                <a:spcPts val="0"/>
              </a:spcBef>
              <a:spcAft>
                <a:spcPts val="0"/>
              </a:spcAft>
              <a:buNone/>
            </a:pPr>
            <a:r>
              <a:rPr lang="en-US" sz="2000">
                <a:solidFill>
                  <a:schemeClr val="dk1"/>
                </a:solidFill>
                <a:latin typeface="Zilla Slab"/>
                <a:ea typeface="Zilla Slab"/>
                <a:cs typeface="Zilla Slab"/>
                <a:sym typeface="Zilla Slab"/>
              </a:rPr>
              <a:t>Assign next week’s moderation</a:t>
            </a:r>
            <a:endParaRPr sz="2000">
              <a:solidFill>
                <a:schemeClr val="dk1"/>
              </a:solidFill>
              <a:latin typeface="Zilla Slab"/>
              <a:ea typeface="Zilla Slab"/>
              <a:cs typeface="Zilla Slab"/>
              <a:sym typeface="Zilla Slab"/>
            </a:endParaRPr>
          </a:p>
          <a:p>
            <a:pPr indent="0" lvl="0" marL="0" marR="0" rtl="0" algn="ctr">
              <a:spcBef>
                <a:spcPts val="0"/>
              </a:spcBef>
              <a:spcAft>
                <a:spcPts val="0"/>
              </a:spcAft>
              <a:buNone/>
            </a:pPr>
            <a:r>
              <a:t/>
            </a:r>
            <a:endParaRPr sz="2000">
              <a:solidFill>
                <a:schemeClr val="dk1"/>
              </a:solidFill>
              <a:latin typeface="Zilla Slab"/>
              <a:ea typeface="Zilla Slab"/>
              <a:cs typeface="Zilla Slab"/>
              <a:sym typeface="Zilla Slab"/>
            </a:endParaRPr>
          </a:p>
          <a:p>
            <a:pPr indent="0" lvl="0" marL="0" marR="0" rtl="0" algn="ctr">
              <a:spcBef>
                <a:spcPts val="0"/>
              </a:spcBef>
              <a:spcAft>
                <a:spcPts val="0"/>
              </a:spcAft>
              <a:buNone/>
            </a:pPr>
            <a:r>
              <a:t/>
            </a:r>
            <a:endParaRPr i="0" sz="1800" u="none" cap="none" strike="noStrike">
              <a:solidFill>
                <a:srgbClr val="000000"/>
              </a:solidFill>
              <a:latin typeface="Zilla Slab"/>
              <a:ea typeface="Zilla Slab"/>
              <a:cs typeface="Zilla Slab"/>
              <a:sym typeface="Zilla Slab"/>
            </a:endParaRPr>
          </a:p>
          <a:p>
            <a:pPr indent="0" lvl="0" marL="0" marR="0" rtl="0" algn="ctr">
              <a:spcBef>
                <a:spcPts val="0"/>
              </a:spcBef>
              <a:spcAft>
                <a:spcPts val="0"/>
              </a:spcAft>
              <a:buNone/>
            </a:pPr>
            <a:r>
              <a:rPr b="1" i="0" lang="en-US" sz="2000" u="sng" cap="none" strike="noStrike">
                <a:solidFill>
                  <a:srgbClr val="000000"/>
                </a:solidFill>
                <a:latin typeface="Zilla Slab"/>
                <a:ea typeface="Zilla Slab"/>
                <a:cs typeface="Zilla Slab"/>
                <a:sym typeface="Zilla Slab"/>
              </a:rPr>
              <a:t>Concepts</a:t>
            </a:r>
            <a:endParaRPr b="1" sz="2000">
              <a:latin typeface="Zilla Slab"/>
              <a:ea typeface="Zilla Slab"/>
              <a:cs typeface="Zilla Slab"/>
              <a:sym typeface="Zilla Slab"/>
            </a:endParaRPr>
          </a:p>
          <a:p>
            <a:pPr indent="0" lvl="0" marL="0" marR="0" rtl="0" algn="ctr">
              <a:spcBef>
                <a:spcPts val="0"/>
              </a:spcBef>
              <a:spcAft>
                <a:spcPts val="0"/>
              </a:spcAft>
              <a:buNone/>
            </a:pPr>
            <a:r>
              <a:rPr i="0" lang="en-US" sz="2000" u="none" cap="none" strike="noStrike">
                <a:solidFill>
                  <a:srgbClr val="000000"/>
                </a:solidFill>
                <a:latin typeface="Zilla Slab"/>
                <a:ea typeface="Zilla Slab"/>
                <a:cs typeface="Zilla Slab"/>
                <a:sym typeface="Zilla Slab"/>
              </a:rPr>
              <a:t>Justice</a:t>
            </a:r>
            <a:endParaRPr sz="2000">
              <a:latin typeface="Zilla Slab"/>
              <a:ea typeface="Zilla Slab"/>
              <a:cs typeface="Zilla Slab"/>
              <a:sym typeface="Zilla Slab"/>
            </a:endParaRPr>
          </a:p>
          <a:p>
            <a:pPr indent="0" lvl="0" marL="0" marR="0" rtl="0" algn="ctr">
              <a:spcBef>
                <a:spcPts val="0"/>
              </a:spcBef>
              <a:spcAft>
                <a:spcPts val="0"/>
              </a:spcAft>
              <a:buNone/>
            </a:pPr>
            <a:r>
              <a:rPr i="0" lang="en-US" sz="2000" u="none" cap="none" strike="noStrike">
                <a:solidFill>
                  <a:srgbClr val="000000"/>
                </a:solidFill>
                <a:latin typeface="Zilla Slab"/>
                <a:ea typeface="Zilla Slab"/>
                <a:cs typeface="Zilla Slab"/>
                <a:sym typeface="Zilla Slab"/>
              </a:rPr>
              <a:t>Social Justice</a:t>
            </a:r>
            <a:endParaRPr sz="2000">
              <a:latin typeface="Zilla Slab"/>
              <a:ea typeface="Zilla Slab"/>
              <a:cs typeface="Zilla Slab"/>
              <a:sym typeface="Zilla Slab"/>
            </a:endParaRPr>
          </a:p>
          <a:p>
            <a:pPr indent="0" lvl="0" marL="0" marR="0" rtl="0" algn="ctr">
              <a:spcBef>
                <a:spcPts val="0"/>
              </a:spcBef>
              <a:spcAft>
                <a:spcPts val="0"/>
              </a:spcAft>
              <a:buNone/>
            </a:pPr>
            <a:r>
              <a:rPr i="0" lang="en-US" sz="2000" u="none" cap="none" strike="noStrike">
                <a:solidFill>
                  <a:srgbClr val="000000"/>
                </a:solidFill>
                <a:latin typeface="Zilla Slab"/>
                <a:ea typeface="Zilla Slab"/>
                <a:cs typeface="Zilla Slab"/>
                <a:sym typeface="Zilla Slab"/>
              </a:rPr>
              <a:t>Utilitarianism</a:t>
            </a:r>
            <a:endParaRPr sz="2000">
              <a:latin typeface="Zilla Slab"/>
              <a:ea typeface="Zilla Slab"/>
              <a:cs typeface="Zilla Slab"/>
              <a:sym typeface="Zilla Slab"/>
            </a:endParaRPr>
          </a:p>
          <a:p>
            <a:pPr indent="0" lvl="0" marL="0" marR="0" rtl="0" algn="ctr">
              <a:spcBef>
                <a:spcPts val="0"/>
              </a:spcBef>
              <a:spcAft>
                <a:spcPts val="0"/>
              </a:spcAft>
              <a:buNone/>
            </a:pPr>
            <a:r>
              <a:rPr i="0" lang="en-US" sz="2000" u="none" cap="none" strike="noStrike">
                <a:solidFill>
                  <a:srgbClr val="000000"/>
                </a:solidFill>
                <a:latin typeface="Zilla Slab"/>
                <a:ea typeface="Zilla Slab"/>
                <a:cs typeface="Zilla Slab"/>
                <a:sym typeface="Zilla Slab"/>
              </a:rPr>
              <a:t>Libertarianism</a:t>
            </a:r>
            <a:endParaRPr sz="2000">
              <a:latin typeface="Zilla Slab"/>
              <a:ea typeface="Zilla Slab"/>
              <a:cs typeface="Zilla Slab"/>
              <a:sym typeface="Zilla Slab"/>
            </a:endParaRPr>
          </a:p>
          <a:p>
            <a:pPr indent="0" lvl="0" marL="0" marR="0" rtl="0" algn="ctr">
              <a:spcBef>
                <a:spcPts val="0"/>
              </a:spcBef>
              <a:spcAft>
                <a:spcPts val="0"/>
              </a:spcAft>
              <a:buNone/>
            </a:pPr>
            <a:r>
              <a:rPr i="0" lang="en-US" sz="2000" u="none" cap="none" strike="noStrike">
                <a:solidFill>
                  <a:srgbClr val="000000"/>
                </a:solidFill>
                <a:latin typeface="Zilla Slab"/>
                <a:ea typeface="Zilla Slab"/>
                <a:cs typeface="Zilla Slab"/>
                <a:sym typeface="Zilla Slab"/>
              </a:rPr>
              <a:t>Humanism</a:t>
            </a:r>
            <a:endParaRPr sz="2000">
              <a:latin typeface="Zilla Slab"/>
              <a:ea typeface="Zilla Slab"/>
              <a:cs typeface="Zilla Slab"/>
              <a:sym typeface="Zilla Slab"/>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3"/>
          <p:cNvSpPr txBox="1"/>
          <p:nvPr/>
        </p:nvSpPr>
        <p:spPr>
          <a:xfrm>
            <a:off x="497750" y="239150"/>
            <a:ext cx="8361000" cy="59055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Group Discussions</a:t>
            </a:r>
            <a:endParaRPr/>
          </a:p>
          <a:p>
            <a:pPr indent="0" lvl="0" marL="0" marR="0" rtl="0" algn="ctr">
              <a:spcBef>
                <a:spcPts val="0"/>
              </a:spcBef>
              <a:spcAft>
                <a:spcPts val="0"/>
              </a:spcAft>
              <a:buNone/>
            </a:pPr>
            <a:r>
              <a:rPr b="1" i="0" lang="en-US" sz="1800" u="none" cap="none" strike="noStrike">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b="0" i="0" sz="1800" u="none" cap="none" strike="noStrike">
              <a:solidFill>
                <a:schemeClr val="dk1"/>
              </a:solidFill>
              <a:latin typeface="Roboto Slab Regular"/>
              <a:ea typeface="Roboto Slab Regular"/>
              <a:cs typeface="Roboto Slab Regular"/>
              <a:sym typeface="Roboto Slab Regular"/>
            </a:endParaRPr>
          </a:p>
          <a:p>
            <a:pPr indent="0" lvl="0" marL="457200" marR="0" rtl="0" algn="l">
              <a:spcBef>
                <a:spcPts val="0"/>
              </a:spcBef>
              <a:spcAft>
                <a:spcPts val="0"/>
              </a:spcAft>
              <a:buNone/>
            </a:pPr>
            <a:r>
              <a:rPr lang="en-US" sz="2000">
                <a:solidFill>
                  <a:schemeClr val="dk1"/>
                </a:solidFill>
                <a:latin typeface="Cambria"/>
                <a:ea typeface="Cambria"/>
                <a:cs typeface="Cambria"/>
                <a:sym typeface="Cambria"/>
              </a:rPr>
              <a:t>Group discussions will take place in 2 increments of this slide presentation. </a:t>
            </a:r>
            <a:endParaRPr sz="2000">
              <a:solidFill>
                <a:schemeClr val="dk1"/>
              </a:solidFill>
              <a:latin typeface="Cambria"/>
              <a:ea typeface="Cambria"/>
              <a:cs typeface="Cambria"/>
              <a:sym typeface="Cambria"/>
            </a:endParaRPr>
          </a:p>
          <a:p>
            <a:pPr indent="0" lvl="0" marL="457200" marR="0" rtl="0" algn="l">
              <a:spcBef>
                <a:spcPts val="0"/>
              </a:spcBef>
              <a:spcAft>
                <a:spcPts val="0"/>
              </a:spcAft>
              <a:buNone/>
            </a:pPr>
            <a:r>
              <a:t/>
            </a:r>
            <a:endParaRPr sz="2000">
              <a:solidFill>
                <a:schemeClr val="dk1"/>
              </a:solidFill>
              <a:latin typeface="Cambria"/>
              <a:ea typeface="Cambria"/>
              <a:cs typeface="Cambria"/>
              <a:sym typeface="Cambria"/>
            </a:endParaRPr>
          </a:p>
          <a:p>
            <a:pPr indent="0" lvl="0" marL="457200" marR="0" rtl="0" algn="l">
              <a:spcBef>
                <a:spcPts val="0"/>
              </a:spcBef>
              <a:spcAft>
                <a:spcPts val="0"/>
              </a:spcAft>
              <a:buNone/>
            </a:pPr>
            <a:r>
              <a:rPr lang="en-US" sz="2000">
                <a:solidFill>
                  <a:schemeClr val="dk1"/>
                </a:solidFill>
                <a:latin typeface="Cambria"/>
                <a:ea typeface="Cambria"/>
                <a:cs typeface="Cambria"/>
                <a:sym typeface="Cambria"/>
              </a:rPr>
              <a:t>Groups will be either formed in signups. </a:t>
            </a:r>
            <a:endParaRPr sz="2000">
              <a:solidFill>
                <a:schemeClr val="dk1"/>
              </a:solidFill>
              <a:latin typeface="Cambria"/>
              <a:ea typeface="Cambria"/>
              <a:cs typeface="Cambria"/>
              <a:sym typeface="Cambria"/>
            </a:endParaRPr>
          </a:p>
          <a:p>
            <a:pPr indent="0" lvl="0" marL="457200" marR="0" rtl="0" algn="l">
              <a:spcBef>
                <a:spcPts val="0"/>
              </a:spcBef>
              <a:spcAft>
                <a:spcPts val="0"/>
              </a:spcAft>
              <a:buNone/>
            </a:pPr>
            <a:r>
              <a:t/>
            </a:r>
            <a:endParaRPr sz="2000">
              <a:solidFill>
                <a:schemeClr val="dk1"/>
              </a:solidFill>
              <a:latin typeface="Cambria"/>
              <a:ea typeface="Cambria"/>
              <a:cs typeface="Cambria"/>
              <a:sym typeface="Cambria"/>
            </a:endParaRPr>
          </a:p>
          <a:p>
            <a:pPr indent="0" lvl="0" marL="457200" marR="0" rtl="0" algn="l">
              <a:spcBef>
                <a:spcPts val="0"/>
              </a:spcBef>
              <a:spcAft>
                <a:spcPts val="0"/>
              </a:spcAft>
              <a:buNone/>
            </a:pPr>
            <a:r>
              <a:rPr lang="en-US" sz="2000">
                <a:solidFill>
                  <a:schemeClr val="dk1"/>
                </a:solidFill>
                <a:latin typeface="Cambria"/>
                <a:ea typeface="Cambria"/>
                <a:cs typeface="Cambria"/>
                <a:sym typeface="Cambria"/>
              </a:rPr>
              <a:t>Each group must contribute to the discussion to receive credit.</a:t>
            </a:r>
            <a:endParaRPr sz="2000">
              <a:solidFill>
                <a:schemeClr val="dk1"/>
              </a:solidFill>
              <a:latin typeface="Cambria"/>
              <a:ea typeface="Cambria"/>
              <a:cs typeface="Cambria"/>
              <a:sym typeface="Cambria"/>
            </a:endParaRPr>
          </a:p>
          <a:p>
            <a:pPr indent="0" lvl="0" marL="457200" marR="0" rtl="0" algn="l">
              <a:spcBef>
                <a:spcPts val="0"/>
              </a:spcBef>
              <a:spcAft>
                <a:spcPts val="0"/>
              </a:spcAft>
              <a:buNone/>
            </a:pPr>
            <a:r>
              <a:t/>
            </a:r>
            <a:endParaRPr sz="2000">
              <a:solidFill>
                <a:schemeClr val="dk1"/>
              </a:solidFill>
              <a:latin typeface="Cambria"/>
              <a:ea typeface="Cambria"/>
              <a:cs typeface="Cambria"/>
              <a:sym typeface="Cambria"/>
            </a:endParaRPr>
          </a:p>
          <a:p>
            <a:pPr indent="0" lvl="0" marL="457200" marR="0" rtl="0" algn="l">
              <a:spcBef>
                <a:spcPts val="0"/>
              </a:spcBef>
              <a:spcAft>
                <a:spcPts val="0"/>
              </a:spcAft>
              <a:buNone/>
            </a:pPr>
            <a:r>
              <a:rPr lang="en-US" sz="2000">
                <a:solidFill>
                  <a:schemeClr val="dk1"/>
                </a:solidFill>
                <a:latin typeface="Cambria"/>
                <a:ea typeface="Cambria"/>
                <a:cs typeface="Cambria"/>
                <a:sym typeface="Cambria"/>
              </a:rPr>
              <a:t>Group discussions will be posted in the forum for credit.</a:t>
            </a:r>
            <a:endParaRPr sz="2000">
              <a:solidFill>
                <a:schemeClr val="dk1"/>
              </a:solidFill>
              <a:latin typeface="Cambria"/>
              <a:ea typeface="Cambria"/>
              <a:cs typeface="Cambria"/>
              <a:sym typeface="Cambria"/>
            </a:endParaRPr>
          </a:p>
          <a:p>
            <a:pPr indent="0" lvl="0" marL="457200" marR="0" rtl="0" algn="l">
              <a:spcBef>
                <a:spcPts val="0"/>
              </a:spcBef>
              <a:spcAft>
                <a:spcPts val="0"/>
              </a:spcAft>
              <a:buNone/>
            </a:pPr>
            <a:r>
              <a:t/>
            </a:r>
            <a:endParaRPr sz="2000">
              <a:solidFill>
                <a:schemeClr val="dk1"/>
              </a:solidFill>
              <a:latin typeface="Cambria"/>
              <a:ea typeface="Cambria"/>
              <a:cs typeface="Cambria"/>
              <a:sym typeface="Cambria"/>
            </a:endParaRPr>
          </a:p>
          <a:p>
            <a:pPr indent="0" lvl="0" marL="457200" marR="0" rtl="0" algn="l">
              <a:spcBef>
                <a:spcPts val="0"/>
              </a:spcBef>
              <a:spcAft>
                <a:spcPts val="0"/>
              </a:spcAft>
              <a:buNone/>
            </a:pPr>
            <a:r>
              <a:rPr lang="en-US" sz="2000">
                <a:solidFill>
                  <a:schemeClr val="dk1"/>
                </a:solidFill>
                <a:latin typeface="Cambria"/>
                <a:ea typeface="Cambria"/>
                <a:cs typeface="Cambria"/>
                <a:sym typeface="Cambria"/>
              </a:rPr>
              <a:t>Future topics will build off of the norms of social justice and justice frameworks. </a:t>
            </a:r>
            <a:endParaRPr sz="2000">
              <a:solidFill>
                <a:schemeClr val="dk1"/>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4"/>
          <p:cNvSpPr txBox="1"/>
          <p:nvPr/>
        </p:nvSpPr>
        <p:spPr>
          <a:xfrm>
            <a:off x="497750" y="239150"/>
            <a:ext cx="8361000" cy="59055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Group Discussions</a:t>
            </a:r>
            <a:endParaRPr/>
          </a:p>
          <a:p>
            <a:pPr indent="0" lvl="0" marL="0" marR="0" rtl="0" algn="ctr">
              <a:spcBef>
                <a:spcPts val="0"/>
              </a:spcBef>
              <a:spcAft>
                <a:spcPts val="0"/>
              </a:spcAft>
              <a:buNone/>
            </a:pPr>
            <a:r>
              <a:rPr b="1" i="0" lang="en-US" sz="1800" u="none" cap="none" strike="noStrike">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b="0" i="0" sz="1800" u="none" cap="none" strike="noStrike">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Cambria"/>
              <a:buAutoNum type="arabicPeriod"/>
            </a:pPr>
            <a:r>
              <a:rPr lang="en-US" sz="2000">
                <a:solidFill>
                  <a:schemeClr val="dk1"/>
                </a:solidFill>
                <a:latin typeface="Cambria"/>
                <a:ea typeface="Cambria"/>
                <a:cs typeface="Cambria"/>
                <a:sym typeface="Cambria"/>
              </a:rPr>
              <a:t>Group discussions will occur every week. </a:t>
            </a:r>
            <a:endParaRPr sz="2000">
              <a:solidFill>
                <a:schemeClr val="dk1"/>
              </a:solidFill>
              <a:latin typeface="Cambria"/>
              <a:ea typeface="Cambria"/>
              <a:cs typeface="Cambria"/>
              <a:sym typeface="Cambria"/>
            </a:endParaRPr>
          </a:p>
          <a:p>
            <a:pPr indent="0" lvl="0" marL="457200" marR="0" rtl="0" algn="l">
              <a:spcBef>
                <a:spcPts val="0"/>
              </a:spcBef>
              <a:spcAft>
                <a:spcPts val="0"/>
              </a:spcAft>
              <a:buNone/>
            </a:pPr>
            <a:r>
              <a:t/>
            </a:r>
            <a:endParaRPr sz="2000">
              <a:solidFill>
                <a:schemeClr val="dk1"/>
              </a:solidFill>
              <a:latin typeface="Cambria"/>
              <a:ea typeface="Cambria"/>
              <a:cs typeface="Cambria"/>
              <a:sym typeface="Cambria"/>
            </a:endParaRPr>
          </a:p>
          <a:p>
            <a:pPr indent="-355600" lvl="0" marL="457200" marR="0" rtl="0" algn="l">
              <a:spcBef>
                <a:spcPts val="0"/>
              </a:spcBef>
              <a:spcAft>
                <a:spcPts val="0"/>
              </a:spcAft>
              <a:buClr>
                <a:schemeClr val="dk1"/>
              </a:buClr>
              <a:buSzPts val="2000"/>
              <a:buFont typeface="Cambria"/>
              <a:buAutoNum type="arabicPeriod"/>
            </a:pPr>
            <a:r>
              <a:rPr lang="en-US" sz="2000">
                <a:solidFill>
                  <a:schemeClr val="dk1"/>
                </a:solidFill>
                <a:latin typeface="Cambria"/>
                <a:ea typeface="Cambria"/>
                <a:cs typeface="Cambria"/>
                <a:sym typeface="Cambria"/>
              </a:rPr>
              <a:t>Each group will contribute to the discussion. </a:t>
            </a:r>
            <a:endParaRPr sz="2000">
              <a:solidFill>
                <a:schemeClr val="dk1"/>
              </a:solidFill>
              <a:latin typeface="Cambria"/>
              <a:ea typeface="Cambria"/>
              <a:cs typeface="Cambria"/>
              <a:sym typeface="Cambria"/>
            </a:endParaRPr>
          </a:p>
          <a:p>
            <a:pPr indent="0" lvl="0" marL="457200" marR="0" rtl="0" algn="l">
              <a:spcBef>
                <a:spcPts val="0"/>
              </a:spcBef>
              <a:spcAft>
                <a:spcPts val="0"/>
              </a:spcAft>
              <a:buNone/>
            </a:pPr>
            <a:r>
              <a:t/>
            </a:r>
            <a:endParaRPr sz="2000">
              <a:solidFill>
                <a:schemeClr val="dk1"/>
              </a:solidFill>
              <a:latin typeface="Cambria"/>
              <a:ea typeface="Cambria"/>
              <a:cs typeface="Cambria"/>
              <a:sym typeface="Cambria"/>
            </a:endParaRPr>
          </a:p>
          <a:p>
            <a:pPr indent="-355600" lvl="0" marL="457200" marR="0" rtl="0" algn="l">
              <a:spcBef>
                <a:spcPts val="0"/>
              </a:spcBef>
              <a:spcAft>
                <a:spcPts val="0"/>
              </a:spcAft>
              <a:buClr>
                <a:schemeClr val="dk1"/>
              </a:buClr>
              <a:buSzPts val="2000"/>
              <a:buFont typeface="Cambria"/>
              <a:buAutoNum type="arabicPeriod"/>
            </a:pPr>
            <a:r>
              <a:rPr lang="en-US" sz="2000">
                <a:solidFill>
                  <a:schemeClr val="dk1"/>
                </a:solidFill>
                <a:latin typeface="Cambria"/>
                <a:ea typeface="Cambria"/>
                <a:cs typeface="Cambria"/>
                <a:sym typeface="Cambria"/>
              </a:rPr>
              <a:t>Group roles</a:t>
            </a:r>
            <a:endParaRPr sz="2000">
              <a:solidFill>
                <a:schemeClr val="dk1"/>
              </a:solidFill>
              <a:latin typeface="Cambria"/>
              <a:ea typeface="Cambria"/>
              <a:cs typeface="Cambria"/>
              <a:sym typeface="Cambria"/>
            </a:endParaRPr>
          </a:p>
          <a:p>
            <a:pPr indent="-355600" lvl="1" marL="914400" marR="0" rtl="0" algn="l">
              <a:spcBef>
                <a:spcPts val="0"/>
              </a:spcBef>
              <a:spcAft>
                <a:spcPts val="0"/>
              </a:spcAft>
              <a:buClr>
                <a:schemeClr val="dk1"/>
              </a:buClr>
              <a:buSzPts val="2000"/>
              <a:buFont typeface="Cambria"/>
              <a:buAutoNum type="alphaLcPeriod"/>
            </a:pPr>
            <a:r>
              <a:rPr lang="en-US" sz="2000">
                <a:solidFill>
                  <a:schemeClr val="dk1"/>
                </a:solidFill>
                <a:latin typeface="Cambria"/>
                <a:ea typeface="Cambria"/>
                <a:cs typeface="Cambria"/>
                <a:sym typeface="Cambria"/>
              </a:rPr>
              <a:t>Moderator</a:t>
            </a:r>
            <a:endParaRPr sz="2000">
              <a:solidFill>
                <a:schemeClr val="dk1"/>
              </a:solidFill>
              <a:latin typeface="Cambria"/>
              <a:ea typeface="Cambria"/>
              <a:cs typeface="Cambria"/>
              <a:sym typeface="Cambria"/>
            </a:endParaRPr>
          </a:p>
          <a:p>
            <a:pPr indent="-355600" lvl="1" marL="914400" marR="0" rtl="0" algn="l">
              <a:spcBef>
                <a:spcPts val="0"/>
              </a:spcBef>
              <a:spcAft>
                <a:spcPts val="0"/>
              </a:spcAft>
              <a:buClr>
                <a:schemeClr val="dk1"/>
              </a:buClr>
              <a:buSzPts val="2000"/>
              <a:buFont typeface="Cambria"/>
              <a:buAutoNum type="alphaLcPeriod"/>
            </a:pPr>
            <a:r>
              <a:rPr lang="en-US" sz="2000">
                <a:solidFill>
                  <a:schemeClr val="dk1"/>
                </a:solidFill>
                <a:latin typeface="Cambria"/>
                <a:ea typeface="Cambria"/>
                <a:cs typeface="Cambria"/>
                <a:sym typeface="Cambria"/>
              </a:rPr>
              <a:t>Researcher</a:t>
            </a:r>
            <a:endParaRPr sz="2000">
              <a:solidFill>
                <a:schemeClr val="dk1"/>
              </a:solidFill>
              <a:latin typeface="Cambria"/>
              <a:ea typeface="Cambria"/>
              <a:cs typeface="Cambria"/>
              <a:sym typeface="Cambria"/>
            </a:endParaRPr>
          </a:p>
          <a:p>
            <a:pPr indent="-355600" lvl="1" marL="914400" marR="0" rtl="0" algn="l">
              <a:spcBef>
                <a:spcPts val="0"/>
              </a:spcBef>
              <a:spcAft>
                <a:spcPts val="0"/>
              </a:spcAft>
              <a:buClr>
                <a:schemeClr val="dk1"/>
              </a:buClr>
              <a:buSzPts val="2000"/>
              <a:buFont typeface="Cambria"/>
              <a:buAutoNum type="alphaLcPeriod"/>
            </a:pPr>
            <a:r>
              <a:rPr lang="en-US" sz="2000">
                <a:solidFill>
                  <a:schemeClr val="dk1"/>
                </a:solidFill>
                <a:latin typeface="Cambria"/>
                <a:ea typeface="Cambria"/>
                <a:cs typeface="Cambria"/>
                <a:sym typeface="Cambria"/>
              </a:rPr>
              <a:t>Researcher (2)</a:t>
            </a:r>
            <a:endParaRPr sz="2000">
              <a:solidFill>
                <a:schemeClr val="dk1"/>
              </a:solidFill>
              <a:latin typeface="Cambria"/>
              <a:ea typeface="Cambria"/>
              <a:cs typeface="Cambria"/>
              <a:sym typeface="Cambria"/>
            </a:endParaRPr>
          </a:p>
          <a:p>
            <a:pPr indent="-355600" lvl="1" marL="914400" marR="0" rtl="0" algn="l">
              <a:spcBef>
                <a:spcPts val="0"/>
              </a:spcBef>
              <a:spcAft>
                <a:spcPts val="0"/>
              </a:spcAft>
              <a:buClr>
                <a:schemeClr val="dk1"/>
              </a:buClr>
              <a:buSzPts val="2000"/>
              <a:buFont typeface="Cambria"/>
              <a:buAutoNum type="alphaLcPeriod"/>
            </a:pPr>
            <a:r>
              <a:rPr lang="en-US" sz="2000">
                <a:solidFill>
                  <a:schemeClr val="dk1"/>
                </a:solidFill>
                <a:latin typeface="Cambria"/>
                <a:ea typeface="Cambria"/>
                <a:cs typeface="Cambria"/>
                <a:sym typeface="Cambria"/>
              </a:rPr>
              <a:t>Documenter</a:t>
            </a:r>
            <a:endParaRPr sz="2000">
              <a:solidFill>
                <a:schemeClr val="dk1"/>
              </a:solidFill>
              <a:latin typeface="Cambria"/>
              <a:ea typeface="Cambria"/>
              <a:cs typeface="Cambria"/>
              <a:sym typeface="Cambria"/>
            </a:endParaRPr>
          </a:p>
          <a:p>
            <a:pPr indent="0" lvl="0" marL="457200" marR="0" rtl="0" algn="l">
              <a:spcBef>
                <a:spcPts val="0"/>
              </a:spcBef>
              <a:spcAft>
                <a:spcPts val="0"/>
              </a:spcAft>
              <a:buNone/>
            </a:pPr>
            <a:r>
              <a:t/>
            </a:r>
            <a:endParaRPr sz="2000">
              <a:solidFill>
                <a:schemeClr val="dk1"/>
              </a:solidFill>
              <a:latin typeface="Cambria"/>
              <a:ea typeface="Cambria"/>
              <a:cs typeface="Cambria"/>
              <a:sym typeface="Cambria"/>
            </a:endParaRPr>
          </a:p>
          <a:p>
            <a:pPr indent="-355600" lvl="0" marL="457200" marR="0" rtl="0" algn="l">
              <a:spcBef>
                <a:spcPts val="0"/>
              </a:spcBef>
              <a:spcAft>
                <a:spcPts val="0"/>
              </a:spcAft>
              <a:buClr>
                <a:schemeClr val="dk1"/>
              </a:buClr>
              <a:buSzPts val="2000"/>
              <a:buFont typeface="Cambria"/>
              <a:buAutoNum type="arabicPeriod"/>
            </a:pPr>
            <a:r>
              <a:rPr lang="en-US" sz="2000">
                <a:solidFill>
                  <a:schemeClr val="dk1"/>
                </a:solidFill>
                <a:latin typeface="Cambria"/>
                <a:ea typeface="Cambria"/>
                <a:cs typeface="Cambria"/>
                <a:sym typeface="Cambria"/>
              </a:rPr>
              <a:t>Discussions will be posted by each student in the In-Class Activity forum to receive credit for class participation</a:t>
            </a:r>
            <a:endParaRPr sz="2000">
              <a:solidFill>
                <a:schemeClr val="dk1"/>
              </a:solidFill>
              <a:latin typeface="Cambria"/>
              <a:ea typeface="Cambria"/>
              <a:cs typeface="Cambria"/>
              <a:sym typeface="Cambria"/>
            </a:endParaRPr>
          </a:p>
          <a:p>
            <a:pPr indent="0" lvl="0" marL="457200" marR="0" rtl="0" algn="l">
              <a:spcBef>
                <a:spcPts val="0"/>
              </a:spcBef>
              <a:spcAft>
                <a:spcPts val="0"/>
              </a:spcAft>
              <a:buNone/>
            </a:pPr>
            <a:r>
              <a:t/>
            </a:r>
            <a:endParaRPr sz="2000">
              <a:solidFill>
                <a:schemeClr val="dk1"/>
              </a:solidFill>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5"/>
          <p:cNvSpPr txBox="1"/>
          <p:nvPr/>
        </p:nvSpPr>
        <p:spPr>
          <a:xfrm>
            <a:off x="497750" y="239150"/>
            <a:ext cx="8361000" cy="59055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Two-Minute Exercise</a:t>
            </a:r>
            <a:endParaRPr/>
          </a:p>
          <a:p>
            <a:pPr indent="0" lvl="0" marL="0" marR="0" rtl="0" algn="ctr">
              <a:spcBef>
                <a:spcPts val="0"/>
              </a:spcBef>
              <a:spcAft>
                <a:spcPts val="0"/>
              </a:spcAft>
              <a:buNone/>
            </a:pPr>
            <a:r>
              <a:rPr b="1" i="0" lang="en-US" sz="1800" u="none" cap="none" strike="noStrike">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b="0" i="0" sz="18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1" lang="en-US" sz="2000">
                <a:solidFill>
                  <a:schemeClr val="dk1"/>
                </a:solidFill>
                <a:latin typeface="Cambria"/>
                <a:ea typeface="Cambria"/>
                <a:cs typeface="Cambria"/>
                <a:sym typeface="Cambria"/>
              </a:rPr>
              <a:t>Justice appears everywhere in our society.</a:t>
            </a:r>
            <a:endParaRPr/>
          </a:p>
          <a:p>
            <a:pPr indent="0" lvl="0" marL="0" marR="0" rtl="0" algn="ctr">
              <a:spcBef>
                <a:spcPts val="0"/>
              </a:spcBef>
              <a:spcAft>
                <a:spcPts val="0"/>
              </a:spcAft>
              <a:buNone/>
            </a:pPr>
            <a:r>
              <a:t/>
            </a:r>
            <a:endParaRPr b="0" i="1" sz="2000" u="none" cap="none" strike="noStrike">
              <a:solidFill>
                <a:srgbClr val="0000FF"/>
              </a:solidFill>
              <a:latin typeface="Cambria"/>
              <a:ea typeface="Cambria"/>
              <a:cs typeface="Cambria"/>
              <a:sym typeface="Cambria"/>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“with liberty and justice for all”—</a:t>
            </a:r>
            <a:r>
              <a:rPr i="1" lang="en-US" sz="2000">
                <a:solidFill>
                  <a:schemeClr val="dk1"/>
                </a:solidFill>
                <a:latin typeface="Cambria"/>
                <a:ea typeface="Cambria"/>
                <a:cs typeface="Cambria"/>
                <a:sym typeface="Cambria"/>
              </a:rPr>
              <a:t>pledge of allegiance</a:t>
            </a:r>
            <a:br>
              <a:rPr i="1" lang="en-US" sz="2000">
                <a:solidFill>
                  <a:schemeClr val="dk1"/>
                </a:solidFill>
                <a:latin typeface="Cambria"/>
                <a:ea typeface="Cambria"/>
                <a:cs typeface="Cambria"/>
                <a:sym typeface="Cambria"/>
              </a:rPr>
            </a:br>
            <a:r>
              <a:rPr lang="en-US" sz="2000">
                <a:solidFill>
                  <a:schemeClr val="dk1"/>
                </a:solidFill>
                <a:latin typeface="Roboto Slab Regular"/>
                <a:ea typeface="Roboto Slab Regular"/>
                <a:cs typeface="Roboto Slab Regular"/>
                <a:sym typeface="Roboto Slab Regular"/>
              </a:rPr>
              <a:t>“we don’t want payment; we want justice”—</a:t>
            </a:r>
            <a:r>
              <a:rPr i="1" lang="en-US" sz="2000">
                <a:solidFill>
                  <a:schemeClr val="dk1"/>
                </a:solidFill>
                <a:latin typeface="Cambria"/>
                <a:ea typeface="Cambria"/>
                <a:cs typeface="Cambria"/>
                <a:sym typeface="Cambria"/>
              </a:rPr>
              <a:t>game of thrones</a:t>
            </a:r>
            <a:endParaRPr i="1" sz="2000">
              <a:solidFill>
                <a:schemeClr val="dk1"/>
              </a:solidFill>
              <a:latin typeface="Cambria"/>
              <a:ea typeface="Cambria"/>
              <a:cs typeface="Cambria"/>
              <a:sym typeface="Cambria"/>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“let justice be done though the heavens would fall”—</a:t>
            </a:r>
            <a:r>
              <a:rPr i="1" lang="en-US" sz="2000">
                <a:solidFill>
                  <a:schemeClr val="dk1"/>
                </a:solidFill>
                <a:latin typeface="Cambria"/>
                <a:ea typeface="Cambria"/>
                <a:cs typeface="Cambria"/>
                <a:sym typeface="Cambria"/>
              </a:rPr>
              <a:t>john adams</a:t>
            </a:r>
            <a:br>
              <a:rPr lang="en-US" sz="2000">
                <a:solidFill>
                  <a:schemeClr val="dk1"/>
                </a:solidFill>
                <a:latin typeface="Roboto Slab Regular"/>
                <a:ea typeface="Roboto Slab Regular"/>
                <a:cs typeface="Roboto Slab Regular"/>
                <a:sym typeface="Roboto Slab Regular"/>
              </a:rPr>
            </a:br>
            <a:r>
              <a:rPr lang="en-US" sz="2000">
                <a:solidFill>
                  <a:schemeClr val="dk1"/>
                </a:solidFill>
                <a:latin typeface="Roboto Slab Regular"/>
                <a:ea typeface="Roboto Slab Regular"/>
                <a:cs typeface="Roboto Slab Regular"/>
                <a:sym typeface="Roboto Slab Regular"/>
              </a:rPr>
              <a:t>department of justice—</a:t>
            </a:r>
            <a:r>
              <a:rPr i="1" lang="en-US" sz="2000">
                <a:solidFill>
                  <a:schemeClr val="dk1"/>
                </a:solidFill>
                <a:latin typeface="Cambria"/>
                <a:ea typeface="Cambria"/>
                <a:cs typeface="Cambria"/>
                <a:sym typeface="Cambria"/>
              </a:rPr>
              <a:t>law enforcement branch of government</a:t>
            </a:r>
            <a:endParaRPr i="1" sz="2000">
              <a:solidFill>
                <a:schemeClr val="dk1"/>
              </a:solidFill>
              <a:latin typeface="Cambria"/>
              <a:ea typeface="Cambria"/>
              <a:cs typeface="Cambria"/>
              <a:sym typeface="Cambria"/>
            </a:endParaRPr>
          </a:p>
          <a:p>
            <a:pPr indent="0" lvl="0" marL="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justice for janitors—</a:t>
            </a:r>
            <a:r>
              <a:rPr i="1" lang="en-US" sz="2000">
                <a:solidFill>
                  <a:schemeClr val="dk1"/>
                </a:solidFill>
                <a:latin typeface="Cambria"/>
                <a:ea typeface="Cambria"/>
                <a:cs typeface="Cambria"/>
                <a:sym typeface="Cambria"/>
              </a:rPr>
              <a:t>social movement for better pay</a:t>
            </a:r>
            <a:endParaRPr i="1" sz="2000">
              <a:solidFill>
                <a:schemeClr val="dk1"/>
              </a:solidFill>
              <a:latin typeface="Cambria"/>
              <a:ea typeface="Cambria"/>
              <a:cs typeface="Cambria"/>
              <a:sym typeface="Cambria"/>
            </a:endParaRPr>
          </a:p>
          <a:p>
            <a:pPr indent="0" lvl="0" marL="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justice of the peace—</a:t>
            </a:r>
            <a:r>
              <a:rPr i="1" lang="en-US" sz="2000">
                <a:solidFill>
                  <a:schemeClr val="dk1"/>
                </a:solidFill>
                <a:latin typeface="Cambria"/>
                <a:ea typeface="Cambria"/>
                <a:cs typeface="Cambria"/>
                <a:sym typeface="Cambria"/>
              </a:rPr>
              <a:t>performs civil marriages</a:t>
            </a:r>
            <a:endParaRPr i="1" sz="2000">
              <a:solidFill>
                <a:schemeClr val="dk1"/>
              </a:solidFill>
              <a:latin typeface="Cambria"/>
              <a:ea typeface="Cambria"/>
              <a:cs typeface="Cambria"/>
              <a:sym typeface="Cambria"/>
            </a:endParaRPr>
          </a:p>
          <a:p>
            <a:pPr indent="0" lvl="0" marL="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4400">
                <a:latin typeface="Roboto Slab Regular"/>
                <a:ea typeface="Roboto Slab Regular"/>
                <a:cs typeface="Roboto Slab Regular"/>
                <a:sym typeface="Roboto Slab Regular"/>
              </a:rPr>
              <a:t>But how do you define justice?</a:t>
            </a:r>
            <a:endParaRPr sz="44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4400">
                <a:latin typeface="Roboto Slab Regular"/>
                <a:ea typeface="Roboto Slab Regular"/>
                <a:cs typeface="Roboto Slab Regular"/>
                <a:sym typeface="Roboto Slab Regular"/>
              </a:rPr>
              <a:t>Upload the quote you chose and explain why you chose it.</a:t>
            </a:r>
            <a:endParaRPr sz="4400">
              <a:latin typeface="Roboto Slab Regular"/>
              <a:ea typeface="Roboto Slab Regular"/>
              <a:cs typeface="Roboto Slab Regular"/>
              <a:sym typeface="Roboto Slab Regul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nvSpPr>
        <p:spPr>
          <a:xfrm>
            <a:off x="497750" y="239150"/>
            <a:ext cx="8361000" cy="59055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What is Justice? </a:t>
            </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381000" lvl="0" marL="457200" marR="0" rtl="0" algn="l">
              <a:spcBef>
                <a:spcPts val="0"/>
              </a:spcBef>
              <a:spcAft>
                <a:spcPts val="0"/>
              </a:spcAft>
              <a:buClr>
                <a:schemeClr val="dk1"/>
              </a:buClr>
              <a:buSzPts val="2400"/>
              <a:buFont typeface="Roboto Slab Regular"/>
              <a:buChar char="●"/>
            </a:pPr>
            <a:r>
              <a:rPr lang="en-US" sz="2400">
                <a:solidFill>
                  <a:schemeClr val="dk1"/>
                </a:solidFill>
                <a:latin typeface="Roboto Slab Regular"/>
                <a:ea typeface="Roboto Slab Regular"/>
                <a:cs typeface="Roboto Slab Regular"/>
                <a:sym typeface="Roboto Slab Regular"/>
              </a:rPr>
              <a:t>System for ensuring the fair allocation of rewards and punishments. Distributive versus Retributive. </a:t>
            </a:r>
            <a:endParaRPr sz="24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381000" lvl="0" marL="457200" marR="0" rtl="0" algn="l">
              <a:spcBef>
                <a:spcPts val="0"/>
              </a:spcBef>
              <a:spcAft>
                <a:spcPts val="0"/>
              </a:spcAft>
              <a:buClr>
                <a:schemeClr val="dk1"/>
              </a:buClr>
              <a:buSzPts val="2400"/>
              <a:buFont typeface="Roboto Slab Regular"/>
              <a:buChar char="●"/>
            </a:pPr>
            <a:r>
              <a:rPr lang="en-US" sz="2400">
                <a:solidFill>
                  <a:schemeClr val="dk1"/>
                </a:solidFill>
                <a:latin typeface="Roboto Slab Regular"/>
                <a:ea typeface="Roboto Slab Regular"/>
                <a:cs typeface="Roboto Slab Regular"/>
                <a:sym typeface="Roboto Slab Regular"/>
              </a:rPr>
              <a:t>In our mainstream usage, we tend to equate justice with punishment for a crime, but it actually encompasses a whole range of decisions on how people should be treated.</a:t>
            </a:r>
            <a:endParaRPr sz="24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4400">
              <a:latin typeface="Roboto Slab Regular"/>
              <a:ea typeface="Roboto Slab Regular"/>
              <a:cs typeface="Roboto Slab Regular"/>
              <a:sym typeface="Roboto Slab Regul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nvSpPr>
        <p:spPr>
          <a:xfrm>
            <a:off x="497750" y="239150"/>
            <a:ext cx="8361000" cy="59055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What is Social Justice? </a:t>
            </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381000" lvl="0" marL="457200" marR="0" rtl="0" algn="l">
              <a:spcBef>
                <a:spcPts val="0"/>
              </a:spcBef>
              <a:spcAft>
                <a:spcPts val="0"/>
              </a:spcAft>
              <a:buClr>
                <a:schemeClr val="dk1"/>
              </a:buClr>
              <a:buSzPts val="2400"/>
              <a:buFont typeface="Roboto Slab Regular"/>
              <a:buChar char="●"/>
            </a:pPr>
            <a:r>
              <a:rPr lang="en-US" sz="2400">
                <a:solidFill>
                  <a:schemeClr val="dk1"/>
                </a:solidFill>
                <a:latin typeface="Roboto Slab Regular"/>
                <a:ea typeface="Roboto Slab Regular"/>
                <a:cs typeface="Roboto Slab Regular"/>
                <a:sym typeface="Roboto Slab Regular"/>
              </a:rPr>
              <a:t>Social justice is based on the concepts of human rights and equality, and can be defined as: "the way in which human rights are manifested in the everyday lives of people at every level of society.”</a:t>
            </a:r>
            <a:endParaRPr sz="2400">
              <a:solidFill>
                <a:schemeClr val="dk1"/>
              </a:solidFill>
              <a:latin typeface="Roboto Slab Regular"/>
              <a:ea typeface="Roboto Slab Regular"/>
              <a:cs typeface="Roboto Slab Regular"/>
              <a:sym typeface="Roboto Slab Regular"/>
            </a:endParaRPr>
          </a:p>
          <a:p>
            <a:pPr indent="0" lvl="0" marL="45720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381000" lvl="0" marL="457200" marR="0" rtl="0" algn="l">
              <a:spcBef>
                <a:spcPts val="0"/>
              </a:spcBef>
              <a:spcAft>
                <a:spcPts val="0"/>
              </a:spcAft>
              <a:buClr>
                <a:schemeClr val="dk1"/>
              </a:buClr>
              <a:buSzPts val="2400"/>
              <a:buFont typeface="Roboto Slab Regular"/>
              <a:buChar char="●"/>
            </a:pPr>
            <a:r>
              <a:rPr lang="en-US" sz="2400">
                <a:solidFill>
                  <a:schemeClr val="dk1"/>
                </a:solidFill>
                <a:latin typeface="Roboto Slab Regular"/>
                <a:ea typeface="Roboto Slab Regular"/>
                <a:cs typeface="Roboto Slab Regular"/>
                <a:sym typeface="Roboto Slab Regular"/>
              </a:rPr>
              <a:t>People are entitled to the same basic rights and freedoms as everyone  else</a:t>
            </a:r>
            <a:endParaRPr sz="2400">
              <a:solidFill>
                <a:schemeClr val="dk1"/>
              </a:solidFill>
              <a:latin typeface="Roboto Slab Regular"/>
              <a:ea typeface="Roboto Slab Regular"/>
              <a:cs typeface="Roboto Slab Regular"/>
              <a:sym typeface="Roboto Slab Regular"/>
            </a:endParaRPr>
          </a:p>
          <a:p>
            <a:pPr indent="-381000" lvl="0" marL="457200" marR="0" rtl="0" algn="l">
              <a:spcBef>
                <a:spcPts val="0"/>
              </a:spcBef>
              <a:spcAft>
                <a:spcPts val="0"/>
              </a:spcAft>
              <a:buClr>
                <a:schemeClr val="dk1"/>
              </a:buClr>
              <a:buSzPts val="2400"/>
              <a:buFont typeface="Roboto Slab Regular"/>
              <a:buChar char="●"/>
            </a:pPr>
            <a:r>
              <a:rPr lang="en-US" sz="2400">
                <a:solidFill>
                  <a:schemeClr val="dk1"/>
                </a:solidFill>
                <a:latin typeface="Roboto Slab Regular"/>
                <a:ea typeface="Roboto Slab Regular"/>
                <a:cs typeface="Roboto Slab Regular"/>
                <a:sym typeface="Roboto Slab Regular"/>
              </a:rPr>
              <a:t>Connection with issues of equality and equity</a:t>
            </a:r>
            <a:endParaRPr sz="2400">
              <a:solidFill>
                <a:schemeClr val="dk1"/>
              </a:solidFill>
              <a:latin typeface="Roboto Slab Regular"/>
              <a:ea typeface="Roboto Slab Regular"/>
              <a:cs typeface="Roboto Slab Regular"/>
              <a:sym typeface="Roboto Slab Regular"/>
            </a:endParaRPr>
          </a:p>
          <a:p>
            <a:pPr indent="0" lvl="0" marL="45720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4400">
              <a:latin typeface="Roboto Slab Regular"/>
              <a:ea typeface="Roboto Slab Regular"/>
              <a:cs typeface="Roboto Slab Regular"/>
              <a:sym typeface="Roboto Slab Regul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nvSpPr>
        <p:spPr>
          <a:xfrm>
            <a:off x="497750" y="239150"/>
            <a:ext cx="8361000" cy="59055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Social Justice</a:t>
            </a:r>
            <a:r>
              <a:rPr lang="en-US" sz="3600">
                <a:solidFill>
                  <a:schemeClr val="dk1"/>
                </a:solidFill>
                <a:latin typeface="Impact"/>
                <a:ea typeface="Impact"/>
                <a:cs typeface="Impact"/>
                <a:sym typeface="Impact"/>
              </a:rPr>
              <a:t> </a:t>
            </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Clr>
                <a:schemeClr val="dk1"/>
              </a:buClr>
              <a:buSzPts val="1100"/>
              <a:buFont typeface="Arial"/>
              <a:buNone/>
            </a:pPr>
            <a:r>
              <a:rPr lang="en-US" sz="2400">
                <a:solidFill>
                  <a:schemeClr val="dk1"/>
                </a:solidFill>
                <a:latin typeface="Roboto Slab Regular"/>
                <a:ea typeface="Roboto Slab Regular"/>
                <a:cs typeface="Roboto Slab Regular"/>
                <a:sym typeface="Roboto Slab Regular"/>
              </a:rPr>
              <a:t>Social justice, on the other hand, acknowledges that reality is full of inequality and extenuating circumstances, and thus tries to take that</a:t>
            </a:r>
            <a:endParaRPr sz="24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Clr>
                <a:schemeClr val="dk1"/>
              </a:buClr>
              <a:buSzPts val="1100"/>
              <a:buFont typeface="Arial"/>
              <a:buNone/>
            </a:pPr>
            <a:r>
              <a:rPr lang="en-US" sz="2400">
                <a:solidFill>
                  <a:schemeClr val="dk1"/>
                </a:solidFill>
                <a:latin typeface="Roboto Slab Regular"/>
                <a:ea typeface="Roboto Slab Regular"/>
                <a:cs typeface="Roboto Slab Regular"/>
                <a:sym typeface="Roboto Slab Regular"/>
              </a:rPr>
              <a:t>reality into account, as messy, imprecise, and controversial as that may be.</a:t>
            </a:r>
            <a:endParaRPr sz="24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4400">
              <a:latin typeface="Roboto Slab Regular"/>
              <a:ea typeface="Roboto Slab Regular"/>
              <a:cs typeface="Roboto Slab Regular"/>
              <a:sym typeface="Roboto Slab Regul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9"/>
          <p:cNvSpPr txBox="1"/>
          <p:nvPr/>
        </p:nvSpPr>
        <p:spPr>
          <a:xfrm>
            <a:off x="497750" y="239150"/>
            <a:ext cx="8361000" cy="59055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Distributive Norms</a:t>
            </a:r>
            <a:r>
              <a:rPr lang="en-US" sz="3600">
                <a:solidFill>
                  <a:schemeClr val="dk1"/>
                </a:solidFill>
                <a:latin typeface="Impact"/>
                <a:ea typeface="Impact"/>
                <a:cs typeface="Impact"/>
                <a:sym typeface="Impact"/>
              </a:rPr>
              <a:t> of Justice </a:t>
            </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514350" lvl="0" marL="514350" rtl="0" algn="l">
              <a:lnSpc>
                <a:spcPct val="90000"/>
              </a:lnSpc>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Equality</a:t>
            </a:r>
            <a:endParaRPr sz="2800">
              <a:solidFill>
                <a:schemeClr val="dk1"/>
              </a:solidFill>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Equity</a:t>
            </a:r>
            <a:endParaRPr sz="2800">
              <a:solidFill>
                <a:schemeClr val="dk1"/>
              </a:solidFill>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Merit</a:t>
            </a:r>
            <a:endParaRPr sz="2800">
              <a:solidFill>
                <a:schemeClr val="dk1"/>
              </a:solidFill>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Power</a:t>
            </a:r>
            <a:endParaRPr sz="2800">
              <a:solidFill>
                <a:schemeClr val="dk1"/>
              </a:solidFill>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Responsibility</a:t>
            </a:r>
            <a:endParaRPr sz="2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45720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4400">
              <a:latin typeface="Roboto Slab Regular"/>
              <a:ea typeface="Roboto Slab Regular"/>
              <a:cs typeface="Roboto Slab Regular"/>
              <a:sym typeface="Roboto Slab Regul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0"/>
          <p:cNvSpPr txBox="1"/>
          <p:nvPr/>
        </p:nvSpPr>
        <p:spPr>
          <a:xfrm>
            <a:off x="497750" y="239150"/>
            <a:ext cx="8361000" cy="59055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Equality</a:t>
            </a:r>
            <a:r>
              <a:rPr lang="en-US" sz="3600">
                <a:solidFill>
                  <a:schemeClr val="dk1"/>
                </a:solidFill>
                <a:latin typeface="Impact"/>
                <a:ea typeface="Impact"/>
                <a:cs typeface="Impact"/>
                <a:sym typeface="Impact"/>
              </a:rPr>
              <a:t> </a:t>
            </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228600" rtl="0" algn="l">
              <a:lnSpc>
                <a:spcPct val="90000"/>
              </a:lnSpc>
              <a:spcBef>
                <a:spcPts val="1000"/>
              </a:spcBef>
              <a:spcAft>
                <a:spcPts val="0"/>
              </a:spcAft>
              <a:buNone/>
            </a:pPr>
            <a:r>
              <a:rPr lang="en-US" sz="2800">
                <a:solidFill>
                  <a:schemeClr val="dk1"/>
                </a:solidFill>
                <a:latin typeface="Calibri"/>
                <a:ea typeface="Calibri"/>
                <a:cs typeface="Calibri"/>
                <a:sym typeface="Calibri"/>
              </a:rPr>
              <a:t>Regardless of their inputs, all group members should be given an equal share of the rewards/costs. Equality supports that someone who contributes 20% of the group's resources should receive as much as someone who contributes 60%.</a:t>
            </a:r>
            <a:endParaRPr sz="2800">
              <a:solidFill>
                <a:schemeClr val="dk1"/>
              </a:solidFill>
              <a:latin typeface="Calibri"/>
              <a:ea typeface="Calibri"/>
              <a:cs typeface="Calibri"/>
              <a:sym typeface="Calibri"/>
            </a:endParaRPr>
          </a:p>
          <a:p>
            <a:pPr indent="0" lvl="0" marL="228600" rtl="0" algn="l">
              <a:lnSpc>
                <a:spcPct val="90000"/>
              </a:lnSpc>
              <a:spcBef>
                <a:spcPts val="1000"/>
              </a:spcBef>
              <a:spcAft>
                <a:spcPts val="0"/>
              </a:spcAft>
              <a:buNone/>
            </a:pPr>
            <a:r>
              <a:t/>
            </a:r>
            <a:endParaRPr sz="2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45720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4400">
              <a:latin typeface="Roboto Slab Regular"/>
              <a:ea typeface="Roboto Slab Regular"/>
              <a:cs typeface="Roboto Slab Regular"/>
              <a:sym typeface="Roboto Slab Regul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1"/>
          <p:cNvSpPr txBox="1"/>
          <p:nvPr/>
        </p:nvSpPr>
        <p:spPr>
          <a:xfrm>
            <a:off x="497750" y="239150"/>
            <a:ext cx="8361000" cy="59055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Equity</a:t>
            </a:r>
            <a:r>
              <a:rPr lang="en-US" sz="3600">
                <a:solidFill>
                  <a:schemeClr val="dk1"/>
                </a:solidFill>
                <a:latin typeface="Impact"/>
                <a:ea typeface="Impact"/>
                <a:cs typeface="Impact"/>
                <a:sym typeface="Impact"/>
              </a:rPr>
              <a:t> </a:t>
            </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228600" rtl="0" algn="l">
              <a:lnSpc>
                <a:spcPct val="90000"/>
              </a:lnSpc>
              <a:spcBef>
                <a:spcPts val="1000"/>
              </a:spcBef>
              <a:spcAft>
                <a:spcPts val="0"/>
              </a:spcAft>
              <a:buNone/>
            </a:pPr>
            <a:r>
              <a:rPr lang="en-US" sz="2800">
                <a:solidFill>
                  <a:schemeClr val="dk1"/>
                </a:solidFill>
                <a:latin typeface="Calibri"/>
                <a:ea typeface="Calibri"/>
                <a:cs typeface="Calibri"/>
                <a:sym typeface="Calibri"/>
              </a:rPr>
              <a:t>In </a:t>
            </a:r>
            <a:r>
              <a:rPr b="1" lang="en-US" sz="2800">
                <a:solidFill>
                  <a:schemeClr val="dk1"/>
                </a:solidFill>
                <a:latin typeface="Calibri"/>
                <a:ea typeface="Calibri"/>
                <a:cs typeface="Calibri"/>
                <a:sym typeface="Calibri"/>
              </a:rPr>
              <a:t>Social Justice</a:t>
            </a:r>
            <a:r>
              <a:rPr lang="en-US" sz="2800">
                <a:solidFill>
                  <a:schemeClr val="dk1"/>
                </a:solidFill>
                <a:latin typeface="Calibri"/>
                <a:ea typeface="Calibri"/>
                <a:cs typeface="Calibri"/>
                <a:sym typeface="Calibri"/>
              </a:rPr>
              <a:t>: Those in greatest needs should be provided with resources needed to meet those needs. These individuals should be given more resources than those who already possess them, regardless of their input.</a:t>
            </a:r>
            <a:endParaRPr sz="2800">
              <a:solidFill>
                <a:schemeClr val="dk1"/>
              </a:solidFill>
              <a:latin typeface="Calibri"/>
              <a:ea typeface="Calibri"/>
              <a:cs typeface="Calibri"/>
              <a:sym typeface="Calibri"/>
            </a:endParaRPr>
          </a:p>
          <a:p>
            <a:pPr indent="0" lvl="0" marL="228600" rtl="0" algn="l">
              <a:lnSpc>
                <a:spcPct val="90000"/>
              </a:lnSpc>
              <a:spcBef>
                <a:spcPts val="1000"/>
              </a:spcBef>
              <a:spcAft>
                <a:spcPts val="0"/>
              </a:spcAft>
              <a:buNone/>
            </a:pPr>
            <a:r>
              <a:t/>
            </a:r>
            <a:endParaRPr sz="2800">
              <a:solidFill>
                <a:schemeClr val="dk1"/>
              </a:solidFill>
              <a:latin typeface="Calibri"/>
              <a:ea typeface="Calibri"/>
              <a:cs typeface="Calibri"/>
              <a:sym typeface="Calibri"/>
            </a:endParaRPr>
          </a:p>
          <a:p>
            <a:pPr indent="0" lvl="0" marL="228600" rtl="0" algn="l">
              <a:lnSpc>
                <a:spcPct val="90000"/>
              </a:lnSpc>
              <a:spcBef>
                <a:spcPts val="1000"/>
              </a:spcBef>
              <a:spcAft>
                <a:spcPts val="0"/>
              </a:spcAft>
              <a:buNone/>
            </a:pPr>
            <a:r>
              <a:t/>
            </a:r>
            <a:endParaRPr sz="2800">
              <a:solidFill>
                <a:schemeClr val="dk1"/>
              </a:solidFill>
              <a:latin typeface="Calibri"/>
              <a:ea typeface="Calibri"/>
              <a:cs typeface="Calibri"/>
              <a:sym typeface="Calibri"/>
            </a:endParaRPr>
          </a:p>
          <a:p>
            <a:pPr indent="0" lvl="0" marL="228600" rtl="0" algn="l">
              <a:lnSpc>
                <a:spcPct val="90000"/>
              </a:lnSpc>
              <a:spcBef>
                <a:spcPts val="1000"/>
              </a:spcBef>
              <a:spcAft>
                <a:spcPts val="0"/>
              </a:spcAft>
              <a:buNone/>
            </a:pPr>
            <a:r>
              <a:t/>
            </a:r>
            <a:endParaRPr sz="2800">
              <a:solidFill>
                <a:schemeClr val="dk1"/>
              </a:solidFill>
              <a:latin typeface="Calibri"/>
              <a:ea typeface="Calibri"/>
              <a:cs typeface="Calibri"/>
              <a:sym typeface="Calibri"/>
            </a:endParaRPr>
          </a:p>
          <a:p>
            <a:pPr indent="0" lvl="0" marL="228600" rtl="0" algn="l">
              <a:lnSpc>
                <a:spcPct val="90000"/>
              </a:lnSpc>
              <a:spcBef>
                <a:spcPts val="1000"/>
              </a:spcBef>
              <a:spcAft>
                <a:spcPts val="0"/>
              </a:spcAft>
              <a:buNone/>
            </a:pPr>
            <a:r>
              <a:t/>
            </a:r>
            <a:endParaRPr sz="2800">
              <a:solidFill>
                <a:schemeClr val="dk1"/>
              </a:solidFill>
              <a:latin typeface="Calibri"/>
              <a:ea typeface="Calibri"/>
              <a:cs typeface="Calibri"/>
              <a:sym typeface="Calibri"/>
            </a:endParaRPr>
          </a:p>
          <a:p>
            <a:pPr indent="0" lvl="0" marL="228600" rtl="0" algn="l">
              <a:lnSpc>
                <a:spcPct val="90000"/>
              </a:lnSpc>
              <a:spcBef>
                <a:spcPts val="1000"/>
              </a:spcBef>
              <a:spcAft>
                <a:spcPts val="0"/>
              </a:spcAft>
              <a:buNone/>
            </a:pPr>
            <a:r>
              <a:t/>
            </a:r>
            <a:endParaRPr sz="2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45720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4400">
              <a:latin typeface="Roboto Slab Regular"/>
              <a:ea typeface="Roboto Slab Regular"/>
              <a:cs typeface="Roboto Slab Regular"/>
              <a:sym typeface="Roboto Slab Regul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2"/>
          <p:cNvSpPr txBox="1"/>
          <p:nvPr/>
        </p:nvSpPr>
        <p:spPr>
          <a:xfrm>
            <a:off x="497750" y="239150"/>
            <a:ext cx="8361000" cy="59055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Equality vs. </a:t>
            </a:r>
            <a:r>
              <a:rPr lang="en-US" sz="3600">
                <a:solidFill>
                  <a:schemeClr val="dk1"/>
                </a:solidFill>
                <a:latin typeface="Impact"/>
                <a:ea typeface="Impact"/>
                <a:cs typeface="Impact"/>
                <a:sym typeface="Impact"/>
              </a:rPr>
              <a:t>Equity </a:t>
            </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228600" rtl="0" algn="l">
              <a:lnSpc>
                <a:spcPct val="90000"/>
              </a:lnSpc>
              <a:spcBef>
                <a:spcPts val="1000"/>
              </a:spcBef>
              <a:spcAft>
                <a:spcPts val="0"/>
              </a:spcAft>
              <a:buNone/>
            </a:pPr>
            <a:r>
              <a:t/>
            </a:r>
            <a:endParaRPr sz="2800">
              <a:solidFill>
                <a:schemeClr val="dk1"/>
              </a:solidFill>
              <a:latin typeface="Calibri"/>
              <a:ea typeface="Calibri"/>
              <a:cs typeface="Calibri"/>
              <a:sym typeface="Calibri"/>
            </a:endParaRPr>
          </a:p>
          <a:p>
            <a:pPr indent="0" lvl="0" marL="228600" rtl="0" algn="l">
              <a:lnSpc>
                <a:spcPct val="90000"/>
              </a:lnSpc>
              <a:spcBef>
                <a:spcPts val="1000"/>
              </a:spcBef>
              <a:spcAft>
                <a:spcPts val="0"/>
              </a:spcAft>
              <a:buNone/>
            </a:pPr>
            <a:r>
              <a:t/>
            </a:r>
            <a:endParaRPr sz="2800">
              <a:solidFill>
                <a:schemeClr val="dk1"/>
              </a:solidFill>
              <a:latin typeface="Calibri"/>
              <a:ea typeface="Calibri"/>
              <a:cs typeface="Calibri"/>
              <a:sym typeface="Calibri"/>
            </a:endParaRPr>
          </a:p>
          <a:p>
            <a:pPr indent="0" lvl="0" marL="228600" rtl="0" algn="l">
              <a:lnSpc>
                <a:spcPct val="90000"/>
              </a:lnSpc>
              <a:spcBef>
                <a:spcPts val="1000"/>
              </a:spcBef>
              <a:spcAft>
                <a:spcPts val="0"/>
              </a:spcAft>
              <a:buNone/>
            </a:pPr>
            <a:r>
              <a:t/>
            </a:r>
            <a:endParaRPr sz="2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45720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4400">
              <a:latin typeface="Roboto Slab Regular"/>
              <a:ea typeface="Roboto Slab Regular"/>
              <a:cs typeface="Roboto Slab Regular"/>
              <a:sym typeface="Roboto Slab Regular"/>
            </a:endParaRPr>
          </a:p>
        </p:txBody>
      </p:sp>
      <p:pic>
        <p:nvPicPr>
          <p:cNvPr id="243" name="Google Shape;243;p32"/>
          <p:cNvPicPr preferRelativeResize="0"/>
          <p:nvPr/>
        </p:nvPicPr>
        <p:blipFill rotWithShape="1">
          <a:blip r:embed="rId3">
            <a:alphaModFix/>
          </a:blip>
          <a:srcRect b="0" l="0" r="0" t="0"/>
          <a:stretch/>
        </p:blipFill>
        <p:spPr>
          <a:xfrm>
            <a:off x="1142950" y="940975"/>
            <a:ext cx="7313500" cy="5478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3"/>
          <p:cNvSpPr txBox="1"/>
          <p:nvPr/>
        </p:nvSpPr>
        <p:spPr>
          <a:xfrm>
            <a:off x="497750" y="239151"/>
            <a:ext cx="8361000" cy="54687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Merit</a:t>
            </a:r>
            <a:endParaRPr/>
          </a:p>
          <a:p>
            <a:pPr indent="0" lvl="0" marL="0" marR="0" rtl="0" algn="ctr">
              <a:spcBef>
                <a:spcPts val="0"/>
              </a:spcBef>
              <a:spcAft>
                <a:spcPts val="0"/>
              </a:spcAft>
              <a:buNone/>
            </a:pPr>
            <a:r>
              <a:rPr b="1" i="0" lang="en-US" sz="1800" u="none" cap="none" strike="noStrike">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b="0" i="0" sz="1800" u="none" cap="none" strike="noStrike">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Members' outcomes should be based upon their inputs. Therefore, an individual who has invested a large amount of input (e.g. time, money, energy) should receive more from the group than someone who has contributed very little. </a:t>
            </a:r>
            <a:r>
              <a:rPr lang="en-US" sz="2000">
                <a:solidFill>
                  <a:schemeClr val="dk1"/>
                </a:solidFill>
                <a:latin typeface="Cambria"/>
                <a:ea typeface="Cambria"/>
                <a:cs typeface="Cambria"/>
                <a:sym typeface="Cambria"/>
              </a:rPr>
              <a:t> </a:t>
            </a:r>
            <a:endParaRPr sz="2000">
              <a:solidFill>
                <a:schemeClr val="dk1"/>
              </a:solidFill>
              <a:latin typeface="Cambria"/>
              <a:ea typeface="Cambria"/>
              <a:cs typeface="Cambria"/>
              <a:sym typeface="Cambria"/>
            </a:endParaRPr>
          </a:p>
          <a:p>
            <a:pPr indent="0" lvl="0" marL="0" marR="0" rtl="0" algn="l">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i="1" sz="2400">
              <a:solidFill>
                <a:srgbClr val="0000FF"/>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nvSpPr>
        <p:spPr>
          <a:xfrm>
            <a:off x="497750" y="239151"/>
            <a:ext cx="8361000" cy="54687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Power</a:t>
            </a:r>
            <a:endParaRPr/>
          </a:p>
          <a:p>
            <a:pPr indent="0" lvl="0" marL="0" marR="0" rtl="0" algn="ctr">
              <a:spcBef>
                <a:spcPts val="0"/>
              </a:spcBef>
              <a:spcAft>
                <a:spcPts val="0"/>
              </a:spcAft>
              <a:buNone/>
            </a:pPr>
            <a:r>
              <a:rPr b="1" i="0" lang="en-US" sz="1800" u="none" cap="none" strike="noStrike">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b="0" i="0" sz="1800" u="none" cap="none" strike="noStrike">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2000">
                <a:solidFill>
                  <a:schemeClr val="dk1"/>
                </a:solidFill>
                <a:latin typeface="Cambria"/>
                <a:ea typeface="Cambria"/>
                <a:cs typeface="Cambria"/>
                <a:sym typeface="Cambria"/>
              </a:rPr>
              <a:t>Those with more authority, status, or control over the group should receive more than those in lower level positions.</a:t>
            </a:r>
            <a:endParaRPr sz="2000">
              <a:solidFill>
                <a:schemeClr val="dk1"/>
              </a:solidFill>
              <a:latin typeface="Cambria"/>
              <a:ea typeface="Cambria"/>
              <a:cs typeface="Cambria"/>
              <a:sym typeface="Cambria"/>
            </a:endParaRPr>
          </a:p>
          <a:p>
            <a:pPr indent="0" lvl="0" marL="0" marR="0" rtl="0" algn="l">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l">
              <a:spcBef>
                <a:spcPts val="0"/>
              </a:spcBef>
              <a:spcAft>
                <a:spcPts val="0"/>
              </a:spcAft>
              <a:buNone/>
            </a:pPr>
            <a:r>
              <a:rPr lang="en-US" sz="2000">
                <a:solidFill>
                  <a:schemeClr val="dk1"/>
                </a:solidFill>
                <a:latin typeface="Cambria"/>
                <a:ea typeface="Cambria"/>
                <a:cs typeface="Cambria"/>
                <a:sym typeface="Cambria"/>
              </a:rPr>
              <a:t>Can you think of examples? </a:t>
            </a:r>
            <a:endParaRPr sz="2000">
              <a:solidFill>
                <a:schemeClr val="dk1"/>
              </a:solidFill>
              <a:latin typeface="Cambria"/>
              <a:ea typeface="Cambria"/>
              <a:cs typeface="Cambria"/>
              <a:sym typeface="Cambria"/>
            </a:endParaRPr>
          </a:p>
          <a:p>
            <a:pPr indent="0" lvl="0" marL="0" marR="0" rtl="0" algn="l">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i="1" sz="2400">
              <a:solidFill>
                <a:srgbClr val="0000FF"/>
              </a:solidFill>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nvSpPr>
        <p:spPr>
          <a:xfrm>
            <a:off x="497750" y="239151"/>
            <a:ext cx="8361000" cy="54687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Responsibility</a:t>
            </a:r>
            <a:endParaRPr/>
          </a:p>
          <a:p>
            <a:pPr indent="0" lvl="0" marL="0" marR="0" rtl="0" algn="ctr">
              <a:spcBef>
                <a:spcPts val="0"/>
              </a:spcBef>
              <a:spcAft>
                <a:spcPts val="0"/>
              </a:spcAft>
              <a:buNone/>
            </a:pPr>
            <a:r>
              <a:rPr b="1" i="0" lang="en-US" sz="1800" u="none" cap="none" strike="noStrike">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b="0" i="0" sz="1800" u="none" cap="none" strike="noStrike">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2000">
                <a:solidFill>
                  <a:schemeClr val="dk1"/>
                </a:solidFill>
                <a:latin typeface="Cambria"/>
                <a:ea typeface="Cambria"/>
                <a:cs typeface="Cambria"/>
                <a:sym typeface="Cambria"/>
              </a:rPr>
              <a:t>Group members who have the most should share their resources with those who have less.</a:t>
            </a:r>
            <a:endParaRPr sz="2000">
              <a:solidFill>
                <a:schemeClr val="dk1"/>
              </a:solidFill>
              <a:latin typeface="Cambria"/>
              <a:ea typeface="Cambria"/>
              <a:cs typeface="Cambria"/>
              <a:sym typeface="Cambria"/>
            </a:endParaRPr>
          </a:p>
          <a:p>
            <a:pPr indent="0" lvl="0" marL="0" marR="0" rtl="0" algn="l">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l">
              <a:spcBef>
                <a:spcPts val="0"/>
              </a:spcBef>
              <a:spcAft>
                <a:spcPts val="0"/>
              </a:spcAft>
              <a:buNone/>
            </a:pPr>
            <a:r>
              <a:rPr lang="en-US" sz="2000">
                <a:solidFill>
                  <a:schemeClr val="dk1"/>
                </a:solidFill>
                <a:latin typeface="Cambria"/>
                <a:ea typeface="Cambria"/>
                <a:cs typeface="Cambria"/>
                <a:sym typeface="Cambria"/>
              </a:rPr>
              <a:t>Can you think of examples? </a:t>
            </a:r>
            <a:endParaRPr sz="2000">
              <a:solidFill>
                <a:schemeClr val="dk1"/>
              </a:solidFill>
              <a:latin typeface="Cambria"/>
              <a:ea typeface="Cambria"/>
              <a:cs typeface="Cambria"/>
              <a:sym typeface="Cambria"/>
            </a:endParaRPr>
          </a:p>
          <a:p>
            <a:pPr indent="0" lvl="0" marL="0" marR="0" rtl="0" algn="l">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i="1" sz="2400">
              <a:solidFill>
                <a:srgbClr val="0000FF"/>
              </a:solidFill>
              <a:latin typeface="Cambria"/>
              <a:ea typeface="Cambria"/>
              <a:cs typeface="Cambria"/>
              <a:sym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nvSpPr>
        <p:spPr>
          <a:xfrm>
            <a:off x="497749" y="239142"/>
            <a:ext cx="8361000" cy="61062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What are these relevant reasons for NOT treating people exactly the same?</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1800" u="none" cap="none" strike="noStrike">
                <a:solidFill>
                  <a:schemeClr val="dk1"/>
                </a:solidFill>
                <a:latin typeface="Roboto Slab Regular"/>
                <a:ea typeface="Roboto Slab Regular"/>
                <a:cs typeface="Roboto Slab Regular"/>
                <a:sym typeface="Roboto Slab Regular"/>
              </a:rPr>
              <a:t>.....................................................................</a:t>
            </a:r>
            <a:endParaRPr/>
          </a:p>
          <a:p>
            <a:pPr indent="0" lvl="0" marL="0" marR="0" rtl="0" algn="l">
              <a:spcBef>
                <a:spcPts val="0"/>
              </a:spcBef>
              <a:spcAft>
                <a:spcPts val="0"/>
              </a:spcAft>
              <a:buNone/>
            </a:pPr>
            <a:r>
              <a:t/>
            </a:r>
            <a:endParaRPr b="0" i="1" sz="2000" u="none" cap="none" strike="noStrike">
              <a:solidFill>
                <a:schemeClr val="dk1"/>
              </a:solidFill>
              <a:latin typeface="Cambria"/>
              <a:ea typeface="Cambria"/>
              <a:cs typeface="Cambria"/>
              <a:sym typeface="Cambria"/>
            </a:endParaRPr>
          </a:p>
          <a:p>
            <a:pPr indent="0" lvl="0" marL="0" marR="0" rtl="0" algn="ctr">
              <a:spcBef>
                <a:spcPts val="0"/>
              </a:spcBef>
              <a:spcAft>
                <a:spcPts val="0"/>
              </a:spcAft>
              <a:buNone/>
            </a:pPr>
            <a:r>
              <a:t/>
            </a:r>
            <a:endParaRPr b="0" i="1" sz="1800" u="none" cap="none" strike="noStrike">
              <a:solidFill>
                <a:srgbClr val="0000FF"/>
              </a:solidFill>
              <a:latin typeface="Cambria"/>
              <a:ea typeface="Cambria"/>
              <a:cs typeface="Cambria"/>
              <a:sym typeface="Cambria"/>
            </a:endParaRPr>
          </a:p>
          <a:p>
            <a:pPr indent="0" lvl="0" marL="0" marR="0" rtl="0" algn="ctr">
              <a:spcBef>
                <a:spcPts val="0"/>
              </a:spcBef>
              <a:spcAft>
                <a:spcPts val="0"/>
              </a:spcAft>
              <a:buNone/>
            </a:pPr>
            <a:r>
              <a:t/>
            </a:r>
            <a:endParaRPr b="0" i="1" sz="1800" u="none" cap="none" strike="noStrike">
              <a:solidFill>
                <a:srgbClr val="0000FF"/>
              </a:solidFill>
              <a:latin typeface="Cambria"/>
              <a:ea typeface="Cambria"/>
              <a:cs typeface="Cambria"/>
              <a:sym typeface="Cambria"/>
            </a:endParaRPr>
          </a:p>
          <a:p>
            <a:pPr indent="0" lvl="0" marL="0" marR="0" rtl="0" algn="ctr">
              <a:spcBef>
                <a:spcPts val="0"/>
              </a:spcBef>
              <a:spcAft>
                <a:spcPts val="0"/>
              </a:spcAft>
              <a:buNone/>
            </a:pPr>
            <a:r>
              <a:rPr b="1" i="0" lang="en-US" sz="3600" u="none" cap="none" strike="noStrike">
                <a:solidFill>
                  <a:srgbClr val="000000"/>
                </a:solidFill>
                <a:latin typeface="Roboto Slab Regular"/>
                <a:ea typeface="Roboto Slab Regular"/>
                <a:cs typeface="Roboto Slab Regular"/>
                <a:sym typeface="Roboto Slab Regular"/>
              </a:rPr>
              <a:t>Equality </a:t>
            </a:r>
            <a:endParaRPr b="1" sz="1800">
              <a:latin typeface="Roboto Slab Regular"/>
              <a:ea typeface="Roboto Slab Regular"/>
              <a:cs typeface="Roboto Slab Regular"/>
              <a:sym typeface="Roboto Slab Regular"/>
            </a:endParaRPr>
          </a:p>
          <a:p>
            <a:pPr indent="0" lvl="0" marL="0" marR="0" rtl="0" algn="ctr">
              <a:spcBef>
                <a:spcPts val="0"/>
              </a:spcBef>
              <a:spcAft>
                <a:spcPts val="0"/>
              </a:spcAft>
              <a:buNone/>
            </a:pPr>
            <a:r>
              <a:rPr b="1" i="0" lang="en-US" sz="3600" u="none" cap="none" strike="noStrike">
                <a:solidFill>
                  <a:srgbClr val="000000"/>
                </a:solidFill>
                <a:latin typeface="Roboto Slab Regular"/>
                <a:ea typeface="Roboto Slab Regular"/>
                <a:cs typeface="Roboto Slab Regular"/>
                <a:sym typeface="Roboto Slab Regular"/>
              </a:rPr>
              <a:t>Equit</a:t>
            </a:r>
            <a:r>
              <a:rPr b="1" lang="en-US" sz="3600">
                <a:latin typeface="Roboto Slab Regular"/>
                <a:ea typeface="Roboto Slab Regular"/>
                <a:cs typeface="Roboto Slab Regular"/>
                <a:sym typeface="Roboto Slab Regular"/>
              </a:rPr>
              <a:t>y</a:t>
            </a:r>
            <a:endParaRPr b="1" sz="3600">
              <a:latin typeface="Roboto Slab Regular"/>
              <a:ea typeface="Roboto Slab Regular"/>
              <a:cs typeface="Roboto Slab Regular"/>
              <a:sym typeface="Roboto Slab Regular"/>
            </a:endParaRPr>
          </a:p>
          <a:p>
            <a:pPr indent="0" lvl="0" marL="0" marR="0" rtl="0" algn="ctr">
              <a:spcBef>
                <a:spcPts val="0"/>
              </a:spcBef>
              <a:spcAft>
                <a:spcPts val="0"/>
              </a:spcAft>
              <a:buNone/>
            </a:pPr>
            <a:r>
              <a:rPr b="1" lang="en-US" sz="3600">
                <a:latin typeface="Roboto Slab Regular"/>
                <a:ea typeface="Roboto Slab Regular"/>
                <a:cs typeface="Roboto Slab Regular"/>
                <a:sym typeface="Roboto Slab Regular"/>
              </a:rPr>
              <a:t>(Merit)</a:t>
            </a:r>
            <a:endParaRPr b="1" sz="3600">
              <a:latin typeface="Roboto Slab Regular"/>
              <a:ea typeface="Roboto Slab Regular"/>
              <a:cs typeface="Roboto Slab Regular"/>
              <a:sym typeface="Roboto Slab Regular"/>
            </a:endParaRPr>
          </a:p>
          <a:p>
            <a:pPr indent="0" lvl="0" marL="0" marR="0" rtl="0" algn="ctr">
              <a:spcBef>
                <a:spcPts val="0"/>
              </a:spcBef>
              <a:spcAft>
                <a:spcPts val="0"/>
              </a:spcAft>
              <a:buNone/>
            </a:pPr>
            <a:r>
              <a:rPr b="1" lang="en-US" sz="3600">
                <a:latin typeface="Roboto Slab Regular"/>
                <a:ea typeface="Roboto Slab Regular"/>
                <a:cs typeface="Roboto Slab Regular"/>
                <a:sym typeface="Roboto Slab Regular"/>
              </a:rPr>
              <a:t>Power </a:t>
            </a:r>
            <a:endParaRPr b="1" sz="1800">
              <a:latin typeface="Roboto Slab Regular"/>
              <a:ea typeface="Roboto Slab Regular"/>
              <a:cs typeface="Roboto Slab Regular"/>
              <a:sym typeface="Roboto Slab Regular"/>
            </a:endParaRPr>
          </a:p>
          <a:p>
            <a:pPr indent="0" lvl="0" marL="0" marR="0" rtl="0" algn="ctr">
              <a:spcBef>
                <a:spcPts val="0"/>
              </a:spcBef>
              <a:spcAft>
                <a:spcPts val="0"/>
              </a:spcAft>
              <a:buNone/>
            </a:pPr>
            <a:r>
              <a:rPr b="1" i="0" lang="en-US" sz="3600" u="none" cap="none" strike="noStrike">
                <a:solidFill>
                  <a:srgbClr val="000000"/>
                </a:solidFill>
                <a:latin typeface="Roboto Slab Regular"/>
                <a:ea typeface="Roboto Slab Regular"/>
                <a:cs typeface="Roboto Slab Regular"/>
                <a:sym typeface="Roboto Slab Regular"/>
              </a:rPr>
              <a:t>Responsibility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7"/>
          <p:cNvSpPr txBox="1"/>
          <p:nvPr/>
        </p:nvSpPr>
        <p:spPr>
          <a:xfrm>
            <a:off x="497749" y="239142"/>
            <a:ext cx="8360878" cy="624786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00" u="none" cap="none" strike="noStrike">
                <a:solidFill>
                  <a:schemeClr val="dk1"/>
                </a:solidFill>
                <a:latin typeface="Roboto Slab"/>
                <a:ea typeface="Roboto Slab"/>
                <a:cs typeface="Roboto Slab"/>
                <a:sym typeface="Roboto Slab"/>
              </a:rPr>
              <a:t>Equality:</a:t>
            </a:r>
            <a:r>
              <a:rPr i="0" lang="en-US" sz="2000" u="none" cap="none" strike="noStrike">
                <a:solidFill>
                  <a:schemeClr val="dk1"/>
                </a:solidFill>
                <a:latin typeface="Roboto Slab Regular"/>
                <a:ea typeface="Roboto Slab Regular"/>
                <a:cs typeface="Roboto Slab Regular"/>
                <a:sym typeface="Roboto Slab Regular"/>
              </a:rPr>
              <a:t> Regardless of their inputs, all group members should be given an equal share of the rewards/costs. </a:t>
            </a:r>
            <a:br>
              <a:rPr b="0" i="0" lang="en-US" sz="2000" u="none" cap="none" strike="noStrike">
                <a:solidFill>
                  <a:schemeClr val="dk1"/>
                </a:solidFill>
                <a:latin typeface="Roboto Slab Regular"/>
                <a:ea typeface="Roboto Slab Regular"/>
                <a:cs typeface="Roboto Slab Regular"/>
                <a:sym typeface="Roboto Slab Regular"/>
              </a:rPr>
            </a:br>
            <a:r>
              <a:rPr b="0" i="1" lang="en-US" sz="2000" u="none" cap="none" strike="noStrike">
                <a:solidFill>
                  <a:srgbClr val="0000FF"/>
                </a:solidFill>
                <a:latin typeface="Cambria"/>
                <a:ea typeface="Cambria"/>
                <a:cs typeface="Cambria"/>
                <a:sym typeface="Cambria"/>
              </a:rPr>
              <a:t>Every person gets one vote.</a:t>
            </a:r>
            <a:br>
              <a:rPr b="0" i="1" lang="en-US" sz="2000" u="none" cap="none" strike="noStrike">
                <a:solidFill>
                  <a:srgbClr val="0000FF"/>
                </a:solidFill>
                <a:latin typeface="Cambria"/>
                <a:ea typeface="Cambria"/>
                <a:cs typeface="Cambria"/>
                <a:sym typeface="Cambria"/>
              </a:rPr>
            </a:br>
            <a:endParaRPr b="0" i="1" sz="2000" u="none" cap="none" strike="noStrike">
              <a:solidFill>
                <a:srgbClr val="0000FF"/>
              </a:solidFill>
              <a:latin typeface="Cambria"/>
              <a:ea typeface="Cambria"/>
              <a:cs typeface="Cambria"/>
              <a:sym typeface="Cambria"/>
            </a:endParaRPr>
          </a:p>
          <a:p>
            <a:pPr indent="0" lvl="0" marL="0" marR="0" rtl="0" algn="l">
              <a:spcBef>
                <a:spcPts val="0"/>
              </a:spcBef>
              <a:spcAft>
                <a:spcPts val="0"/>
              </a:spcAft>
              <a:buNone/>
            </a:pPr>
            <a:r>
              <a:rPr b="1" i="0" lang="en-US" sz="2000" u="none" cap="none" strike="noStrike">
                <a:solidFill>
                  <a:schemeClr val="dk1"/>
                </a:solidFill>
                <a:latin typeface="Roboto Slab"/>
                <a:ea typeface="Roboto Slab"/>
                <a:cs typeface="Roboto Slab"/>
                <a:sym typeface="Roboto Slab"/>
              </a:rPr>
              <a:t>Equity:</a:t>
            </a:r>
            <a:r>
              <a:rPr i="0" lang="en-US" sz="2000" u="none" cap="none" strike="noStrike">
                <a:solidFill>
                  <a:schemeClr val="dk1"/>
                </a:solidFill>
                <a:latin typeface="Roboto Slab Regular"/>
                <a:ea typeface="Roboto Slab Regular"/>
                <a:cs typeface="Roboto Slab Regular"/>
                <a:sym typeface="Roboto Slab Regular"/>
              </a:rPr>
              <a:t> </a:t>
            </a:r>
            <a:r>
              <a:rPr lang="en-US" sz="2000">
                <a:solidFill>
                  <a:schemeClr val="dk1"/>
                </a:solidFill>
                <a:latin typeface="Roboto Slab Regular"/>
                <a:ea typeface="Roboto Slab Regular"/>
                <a:cs typeface="Roboto Slab Regular"/>
                <a:sym typeface="Roboto Slab Regular"/>
              </a:rPr>
              <a:t>An individual may need to experience or receive something different (not equal) in order to maintain fairness and access.</a:t>
            </a:r>
            <a:br>
              <a:rPr i="0" lang="en-US" sz="2000" u="none" cap="none" strike="noStrike">
                <a:solidFill>
                  <a:schemeClr val="dk1"/>
                </a:solidFill>
                <a:latin typeface="Roboto Slab Regular"/>
                <a:ea typeface="Roboto Slab Regular"/>
                <a:cs typeface="Roboto Slab Regular"/>
                <a:sym typeface="Roboto Slab Regular"/>
              </a:rPr>
            </a:br>
            <a:r>
              <a:rPr i="1" lang="en-US" sz="2000">
                <a:solidFill>
                  <a:srgbClr val="0000FF"/>
                </a:solidFill>
                <a:latin typeface="Cambria"/>
                <a:ea typeface="Cambria"/>
                <a:cs typeface="Cambria"/>
                <a:sym typeface="Cambria"/>
              </a:rPr>
              <a:t>All other things being equal, poor students are more deserving of financial aid than their middle-class and upper-class counterparts. </a:t>
            </a:r>
            <a:br>
              <a:rPr lang="en-US" sz="2000">
                <a:solidFill>
                  <a:schemeClr val="dk1"/>
                </a:solidFill>
                <a:latin typeface="Cambria"/>
                <a:ea typeface="Cambria"/>
                <a:cs typeface="Cambria"/>
                <a:sym typeface="Cambria"/>
              </a:rPr>
            </a:br>
            <a:br>
              <a:rPr lang="en-US" sz="2000">
                <a:solidFill>
                  <a:schemeClr val="dk1"/>
                </a:solidFill>
                <a:latin typeface="Cambria"/>
                <a:ea typeface="Cambria"/>
                <a:cs typeface="Cambria"/>
                <a:sym typeface="Cambria"/>
              </a:rPr>
            </a:br>
            <a:r>
              <a:rPr b="1" i="0" lang="en-US" sz="2000" u="none" cap="none" strike="noStrike">
                <a:solidFill>
                  <a:schemeClr val="dk1"/>
                </a:solidFill>
                <a:latin typeface="Roboto Slab"/>
                <a:ea typeface="Roboto Slab"/>
                <a:cs typeface="Roboto Slab"/>
                <a:sym typeface="Roboto Slab"/>
              </a:rPr>
              <a:t>Power:</a:t>
            </a:r>
            <a:r>
              <a:rPr i="0" lang="en-US" sz="2000" u="none" cap="none" strike="noStrike">
                <a:solidFill>
                  <a:schemeClr val="dk1"/>
                </a:solidFill>
                <a:latin typeface="Roboto Slab Regular"/>
                <a:ea typeface="Roboto Slab Regular"/>
                <a:cs typeface="Roboto Slab Regular"/>
                <a:sym typeface="Roboto Slab Regular"/>
              </a:rPr>
              <a:t> Those with more authority, status, or control over the group should receive more than those in lower level positions. </a:t>
            </a:r>
            <a:br>
              <a:rPr i="0" lang="en-US" sz="2000" u="none" cap="none" strike="noStrike">
                <a:solidFill>
                  <a:schemeClr val="dk1"/>
                </a:solidFill>
                <a:latin typeface="Roboto Slab Regular"/>
                <a:ea typeface="Roboto Slab Regular"/>
                <a:cs typeface="Roboto Slab Regular"/>
                <a:sym typeface="Roboto Slab Regular"/>
              </a:rPr>
            </a:br>
            <a:r>
              <a:rPr i="1" lang="en-US" sz="2000">
                <a:solidFill>
                  <a:srgbClr val="0000FF"/>
                </a:solidFill>
                <a:latin typeface="Cambria"/>
                <a:ea typeface="Cambria"/>
                <a:cs typeface="Cambria"/>
                <a:sym typeface="Cambria"/>
              </a:rPr>
              <a:t>The boss should be the highest paid member of the company.</a:t>
            </a:r>
            <a:br>
              <a:rPr b="0" i="1" lang="en-US" sz="2000" u="none" cap="none" strike="noStrike">
                <a:solidFill>
                  <a:srgbClr val="0000FF"/>
                </a:solidFill>
                <a:latin typeface="Cambria"/>
                <a:ea typeface="Cambria"/>
                <a:cs typeface="Cambria"/>
                <a:sym typeface="Cambria"/>
              </a:rPr>
            </a:br>
            <a:endParaRPr b="0" i="1" sz="2000" u="none" cap="none" strike="noStrike">
              <a:solidFill>
                <a:srgbClr val="0000FF"/>
              </a:solidFill>
              <a:latin typeface="Cambria"/>
              <a:ea typeface="Cambria"/>
              <a:cs typeface="Cambria"/>
              <a:sym typeface="Cambria"/>
            </a:endParaRPr>
          </a:p>
          <a:p>
            <a:pPr indent="0" lvl="0" marL="0" marR="0" rtl="0" algn="l">
              <a:spcBef>
                <a:spcPts val="0"/>
              </a:spcBef>
              <a:spcAft>
                <a:spcPts val="0"/>
              </a:spcAft>
              <a:buNone/>
            </a:pPr>
            <a:r>
              <a:rPr b="1" i="0" lang="en-US" sz="2000" u="none" cap="none" strike="noStrike">
                <a:solidFill>
                  <a:schemeClr val="dk1"/>
                </a:solidFill>
                <a:latin typeface="Roboto Slab"/>
                <a:ea typeface="Roboto Slab"/>
                <a:cs typeface="Roboto Slab"/>
                <a:sym typeface="Roboto Slab"/>
              </a:rPr>
              <a:t>Responsibility:</a:t>
            </a:r>
            <a:r>
              <a:rPr i="0" lang="en-US" sz="2000" u="none" cap="none" strike="noStrike">
                <a:solidFill>
                  <a:schemeClr val="dk1"/>
                </a:solidFill>
                <a:latin typeface="Roboto Slab Regular"/>
                <a:ea typeface="Roboto Slab Regular"/>
                <a:cs typeface="Roboto Slab Regular"/>
                <a:sym typeface="Roboto Slab Regular"/>
              </a:rPr>
              <a:t> Group members who have the most should share their resources with those who have less.</a:t>
            </a:r>
            <a:endParaRPr>
              <a:latin typeface="Roboto Slab Regular"/>
              <a:ea typeface="Roboto Slab Regular"/>
              <a:cs typeface="Roboto Slab Regular"/>
              <a:sym typeface="Roboto Slab Regular"/>
            </a:endParaRPr>
          </a:p>
          <a:p>
            <a:pPr indent="0" lvl="0" marL="0" marR="0" rtl="0" algn="l">
              <a:spcBef>
                <a:spcPts val="0"/>
              </a:spcBef>
              <a:spcAft>
                <a:spcPts val="0"/>
              </a:spcAft>
              <a:buNone/>
            </a:pPr>
            <a:r>
              <a:rPr b="0" i="1" lang="en-US" sz="2000" u="none" cap="none" strike="noStrike">
                <a:solidFill>
                  <a:srgbClr val="0000FF"/>
                </a:solidFill>
                <a:latin typeface="Cambria"/>
                <a:ea typeface="Cambria"/>
                <a:cs typeface="Cambria"/>
                <a:sym typeface="Cambria"/>
              </a:rPr>
              <a:t>In our tax system, the rich pay a higher percentage of their income in taxes. </a:t>
            </a:r>
            <a:endParaRPr b="0" i="1" sz="2000" u="none" cap="none" strike="noStrike">
              <a:solidFill>
                <a:srgbClr val="0000FF"/>
              </a:solidFill>
              <a:latin typeface="Cambria"/>
              <a:ea typeface="Cambria"/>
              <a:cs typeface="Cambria"/>
              <a:sym typeface="Cambri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8"/>
          <p:cNvSpPr txBox="1"/>
          <p:nvPr/>
        </p:nvSpPr>
        <p:spPr>
          <a:xfrm>
            <a:off x="497749" y="523712"/>
            <a:ext cx="8361000" cy="594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00" u="none" cap="none" strike="noStrike">
                <a:solidFill>
                  <a:schemeClr val="dk1"/>
                </a:solidFill>
                <a:latin typeface="Roboto Slab"/>
                <a:ea typeface="Roboto Slab"/>
                <a:cs typeface="Roboto Slab"/>
                <a:sym typeface="Roboto Slab"/>
              </a:rPr>
              <a:t>Equality: </a:t>
            </a:r>
            <a:r>
              <a:rPr i="0" lang="en-US" sz="2000" u="none" cap="none" strike="noStrike">
                <a:solidFill>
                  <a:schemeClr val="dk1"/>
                </a:solidFill>
                <a:latin typeface="Roboto Slab Regular"/>
                <a:ea typeface="Roboto Slab Regular"/>
                <a:cs typeface="Roboto Slab Regular"/>
                <a:sym typeface="Roboto Slab Regular"/>
              </a:rPr>
              <a:t>Regardless of their inputs, all group members should be given an equal share of the rewards/costs. </a:t>
            </a:r>
            <a:br>
              <a:rPr i="0" lang="en-US" sz="2000" u="none" cap="none" strike="noStrike">
                <a:solidFill>
                  <a:schemeClr val="dk1"/>
                </a:solidFill>
                <a:latin typeface="Roboto Slab Regular"/>
                <a:ea typeface="Roboto Slab Regular"/>
                <a:cs typeface="Roboto Slab Regular"/>
                <a:sym typeface="Roboto Slab Regular"/>
              </a:rPr>
            </a:br>
            <a:r>
              <a:rPr b="0" i="1" lang="en-US" sz="2000" u="none" cap="none" strike="noStrike">
                <a:solidFill>
                  <a:srgbClr val="0000FF"/>
                </a:solidFill>
                <a:latin typeface="Cambria"/>
                <a:ea typeface="Cambria"/>
                <a:cs typeface="Cambria"/>
                <a:sym typeface="Cambria"/>
              </a:rPr>
              <a:t>Everyone who attends our university receives a full scholarship next year.</a:t>
            </a:r>
            <a:br>
              <a:rPr b="0" i="1" lang="en-US" sz="2000" u="none" cap="none" strike="noStrike">
                <a:solidFill>
                  <a:srgbClr val="0000FF"/>
                </a:solidFill>
                <a:latin typeface="Cambria"/>
                <a:ea typeface="Cambria"/>
                <a:cs typeface="Cambria"/>
                <a:sym typeface="Cambria"/>
              </a:rPr>
            </a:br>
            <a:endParaRPr b="0" i="1" sz="2000" u="none" cap="none" strike="noStrike">
              <a:solidFill>
                <a:srgbClr val="0000FF"/>
              </a:solidFill>
              <a:latin typeface="Cambria"/>
              <a:ea typeface="Cambria"/>
              <a:cs typeface="Cambria"/>
              <a:sym typeface="Cambria"/>
            </a:endParaRPr>
          </a:p>
          <a:p>
            <a:pPr indent="0" lvl="0" marL="0" marR="0" rtl="0" algn="l">
              <a:spcBef>
                <a:spcPts val="0"/>
              </a:spcBef>
              <a:spcAft>
                <a:spcPts val="0"/>
              </a:spcAft>
              <a:buNone/>
            </a:pPr>
            <a:r>
              <a:rPr b="1" i="0" lang="en-US" sz="2000" u="none" cap="none" strike="noStrike">
                <a:solidFill>
                  <a:schemeClr val="dk1"/>
                </a:solidFill>
                <a:latin typeface="Roboto Slab"/>
                <a:ea typeface="Roboto Slab"/>
                <a:cs typeface="Roboto Slab"/>
                <a:sym typeface="Roboto Slab"/>
              </a:rPr>
              <a:t>Equity:</a:t>
            </a:r>
            <a:r>
              <a:rPr i="0" lang="en-US" sz="2000" u="none" cap="none" strike="noStrike">
                <a:solidFill>
                  <a:schemeClr val="dk1"/>
                </a:solidFill>
                <a:latin typeface="Roboto Slab Regular"/>
                <a:ea typeface="Roboto Slab Regular"/>
                <a:cs typeface="Roboto Slab Regular"/>
                <a:sym typeface="Roboto Slab Regular"/>
              </a:rPr>
              <a:t> </a:t>
            </a:r>
            <a:r>
              <a:rPr lang="en-US" sz="2000">
                <a:solidFill>
                  <a:schemeClr val="dk1"/>
                </a:solidFill>
                <a:latin typeface="Roboto Slab Regular"/>
                <a:ea typeface="Roboto Slab Regular"/>
                <a:cs typeface="Roboto Slab Regular"/>
                <a:sym typeface="Roboto Slab Regular"/>
              </a:rPr>
              <a:t>Those in greatest needs should be provided with resources needed to meet those needs. </a:t>
            </a:r>
            <a:br>
              <a:rPr lang="en-US" sz="2000">
                <a:solidFill>
                  <a:schemeClr val="dk1"/>
                </a:solidFill>
                <a:latin typeface="Roboto Slab Regular"/>
                <a:ea typeface="Roboto Slab Regular"/>
                <a:cs typeface="Roboto Slab Regular"/>
                <a:sym typeface="Roboto Slab Regular"/>
              </a:rPr>
            </a:br>
            <a:r>
              <a:rPr i="1" lang="en-US" sz="2000">
                <a:solidFill>
                  <a:srgbClr val="0000FF"/>
                </a:solidFill>
                <a:latin typeface="Cambria"/>
                <a:ea typeface="Cambria"/>
                <a:cs typeface="Cambria"/>
                <a:sym typeface="Cambria"/>
              </a:rPr>
              <a:t>African Americans, women, and the poor might given extra resources and support to address the 200-year head start afforded affluent white men.</a:t>
            </a:r>
            <a:endParaRPr/>
          </a:p>
          <a:p>
            <a:pPr indent="0" lvl="0" marL="0" marR="0" rtl="0" algn="l">
              <a:spcBef>
                <a:spcPts val="0"/>
              </a:spcBef>
              <a:spcAft>
                <a:spcPts val="0"/>
              </a:spcAft>
              <a:buNone/>
            </a:pPr>
            <a:br>
              <a:rPr b="0" i="0" lang="en-US" sz="2000" u="none" cap="none" strike="noStrike">
                <a:solidFill>
                  <a:schemeClr val="dk1"/>
                </a:solidFill>
                <a:latin typeface="Roboto Slab Regular"/>
                <a:ea typeface="Roboto Slab Regular"/>
                <a:cs typeface="Roboto Slab Regular"/>
                <a:sym typeface="Roboto Slab Regular"/>
              </a:rPr>
            </a:br>
            <a:r>
              <a:rPr b="1" i="0" lang="en-US" sz="2000" u="none" cap="none" strike="noStrike">
                <a:solidFill>
                  <a:schemeClr val="dk1"/>
                </a:solidFill>
                <a:latin typeface="Roboto Slab"/>
                <a:ea typeface="Roboto Slab"/>
                <a:cs typeface="Roboto Slab"/>
                <a:sym typeface="Roboto Slab"/>
              </a:rPr>
              <a:t>Power:</a:t>
            </a:r>
            <a:r>
              <a:rPr i="0" lang="en-US" sz="2000" u="none" cap="none" strike="noStrike">
                <a:solidFill>
                  <a:schemeClr val="dk1"/>
                </a:solidFill>
                <a:latin typeface="Roboto Slab Regular"/>
                <a:ea typeface="Roboto Slab Regular"/>
                <a:cs typeface="Roboto Slab Regular"/>
                <a:sym typeface="Roboto Slab Regular"/>
              </a:rPr>
              <a:t> Those with more authority, status, or control over the group should receive more than those in lower level positions. </a:t>
            </a:r>
            <a:br>
              <a:rPr i="0" lang="en-US" sz="2000" u="none" cap="none" strike="noStrike">
                <a:solidFill>
                  <a:schemeClr val="dk1"/>
                </a:solidFill>
                <a:latin typeface="Roboto Slab Regular"/>
                <a:ea typeface="Roboto Slab Regular"/>
                <a:cs typeface="Roboto Slab Regular"/>
                <a:sym typeface="Roboto Slab Regular"/>
              </a:rPr>
            </a:br>
            <a:r>
              <a:rPr b="0" i="1" lang="en-US" sz="2000" u="none" cap="none" strike="noStrike">
                <a:solidFill>
                  <a:srgbClr val="0000FF"/>
                </a:solidFill>
                <a:latin typeface="Cambria"/>
                <a:ea typeface="Cambria"/>
                <a:cs typeface="Cambria"/>
                <a:sym typeface="Cambria"/>
              </a:rPr>
              <a:t>Children of donors to the university receive a full scholarship next year. </a:t>
            </a:r>
            <a:endParaRPr/>
          </a:p>
          <a:p>
            <a:pPr indent="0" lvl="0" marL="0" marR="0" rtl="0" algn="l">
              <a:spcBef>
                <a:spcPts val="0"/>
              </a:spcBef>
              <a:spcAft>
                <a:spcPts val="0"/>
              </a:spcAft>
              <a:buNone/>
            </a:pPr>
            <a:r>
              <a:t/>
            </a:r>
            <a:endParaRPr b="0" i="1" sz="2000" u="none" cap="none" strike="noStrike">
              <a:solidFill>
                <a:srgbClr val="0000FF"/>
              </a:solidFill>
              <a:latin typeface="Cambria"/>
              <a:ea typeface="Cambria"/>
              <a:cs typeface="Cambria"/>
              <a:sym typeface="Cambria"/>
            </a:endParaRPr>
          </a:p>
          <a:p>
            <a:pPr indent="0" lvl="0" marL="0" marR="0" rtl="0" algn="l">
              <a:spcBef>
                <a:spcPts val="0"/>
              </a:spcBef>
              <a:spcAft>
                <a:spcPts val="0"/>
              </a:spcAft>
              <a:buNone/>
            </a:pPr>
            <a:r>
              <a:rPr b="1" i="0" lang="en-US" sz="2000" u="none" cap="none" strike="noStrike">
                <a:solidFill>
                  <a:schemeClr val="dk1"/>
                </a:solidFill>
                <a:latin typeface="Roboto Slab"/>
                <a:ea typeface="Roboto Slab"/>
                <a:cs typeface="Roboto Slab"/>
                <a:sym typeface="Roboto Slab"/>
              </a:rPr>
              <a:t>Responsibility: </a:t>
            </a:r>
            <a:r>
              <a:rPr i="0" lang="en-US" sz="2000" u="none" cap="none" strike="noStrike">
                <a:solidFill>
                  <a:schemeClr val="dk1"/>
                </a:solidFill>
                <a:latin typeface="Roboto Slab Regular"/>
                <a:ea typeface="Roboto Slab Regular"/>
                <a:cs typeface="Roboto Slab Regular"/>
                <a:sym typeface="Roboto Slab Regular"/>
              </a:rPr>
              <a:t>Group members who have the most should share their resources with those who have less.</a:t>
            </a:r>
            <a:endParaRPr>
              <a:latin typeface="Roboto Slab Regular"/>
              <a:ea typeface="Roboto Slab Regular"/>
              <a:cs typeface="Roboto Slab Regular"/>
              <a:sym typeface="Roboto Slab Regular"/>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S</a:t>
            </a:r>
            <a:r>
              <a:rPr b="0" i="1" lang="en-US" sz="2000" u="none" cap="none" strike="noStrike">
                <a:solidFill>
                  <a:srgbClr val="0000FF"/>
                </a:solidFill>
                <a:latin typeface="Cambria"/>
                <a:ea typeface="Cambria"/>
                <a:cs typeface="Cambria"/>
                <a:sym typeface="Cambria"/>
              </a:rPr>
              <a:t>tudents who can afford full tuition </a:t>
            </a:r>
            <a:r>
              <a:rPr i="1" lang="en-US" sz="2000">
                <a:solidFill>
                  <a:srgbClr val="0000FF"/>
                </a:solidFill>
                <a:latin typeface="Cambria"/>
                <a:ea typeface="Cambria"/>
                <a:cs typeface="Cambria"/>
                <a:sym typeface="Cambria"/>
              </a:rPr>
              <a:t>help</a:t>
            </a:r>
            <a:r>
              <a:rPr b="0" i="1" lang="en-US" sz="2000" u="none" cap="none" strike="noStrike">
                <a:solidFill>
                  <a:srgbClr val="0000FF"/>
                </a:solidFill>
                <a:latin typeface="Cambria"/>
                <a:ea typeface="Cambria"/>
                <a:cs typeface="Cambria"/>
                <a:sym typeface="Cambria"/>
              </a:rPr>
              <a:t> cover costs </a:t>
            </a:r>
            <a:r>
              <a:rPr i="1" lang="en-US" sz="2000">
                <a:solidFill>
                  <a:srgbClr val="0000FF"/>
                </a:solidFill>
                <a:latin typeface="Cambria"/>
                <a:ea typeface="Cambria"/>
                <a:cs typeface="Cambria"/>
                <a:sym typeface="Cambria"/>
              </a:rPr>
              <a:t>for</a:t>
            </a:r>
            <a:r>
              <a:rPr b="0" i="1" lang="en-US" sz="2000" u="none" cap="none" strike="noStrike">
                <a:solidFill>
                  <a:srgbClr val="0000FF"/>
                </a:solidFill>
                <a:latin typeface="Cambria"/>
                <a:ea typeface="Cambria"/>
                <a:cs typeface="Cambria"/>
                <a:sym typeface="Cambria"/>
              </a:rPr>
              <a:t> low-income students. </a:t>
            </a:r>
            <a:endParaRPr b="0" i="1" sz="2000" u="none" cap="none" strike="noStrike">
              <a:solidFill>
                <a:srgbClr val="0000FF"/>
              </a:solidFill>
              <a:latin typeface="Cambria"/>
              <a:ea typeface="Cambria"/>
              <a:cs typeface="Cambria"/>
              <a:sym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9"/>
          <p:cNvSpPr txBox="1"/>
          <p:nvPr/>
        </p:nvSpPr>
        <p:spPr>
          <a:xfrm>
            <a:off x="320325" y="239150"/>
            <a:ext cx="8648700" cy="63714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None/>
            </a:pPr>
            <a:r>
              <a:rPr lang="en-US" sz="3000">
                <a:solidFill>
                  <a:schemeClr val="dk1"/>
                </a:solidFill>
                <a:latin typeface="Impact"/>
                <a:ea typeface="Impact"/>
                <a:cs typeface="Impact"/>
                <a:sym typeface="Impact"/>
              </a:rPr>
              <a:t>Meet with Your Group/Zoom Breakout Room  </a:t>
            </a:r>
            <a:endParaRPr sz="3600">
              <a:solidFill>
                <a:schemeClr val="dk1"/>
              </a:solidFill>
              <a:latin typeface="Impact"/>
              <a:ea typeface="Impact"/>
              <a:cs typeface="Impact"/>
              <a:sym typeface="Impact"/>
            </a:endParaRPr>
          </a:p>
          <a:p>
            <a:pPr indent="0" lvl="0" marL="0" marR="0" rtl="0" algn="ctr">
              <a:spcBef>
                <a:spcPts val="0"/>
              </a:spcBef>
              <a:spcAft>
                <a:spcPts val="0"/>
              </a:spcAft>
              <a:buNone/>
            </a:pPr>
            <a:r>
              <a:rPr b="1" i="0" lang="en-US" sz="1800" u="none" cap="none" strike="noStrike">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b="0" i="0" sz="1800" u="none" cap="none" strike="noStrike">
              <a:solidFill>
                <a:schemeClr val="dk1"/>
              </a:solidFill>
              <a:latin typeface="Roboto Slab Regular"/>
              <a:ea typeface="Roboto Slab Regular"/>
              <a:cs typeface="Roboto Slab Regular"/>
              <a:sym typeface="Roboto Slab Regular"/>
            </a:endParaRPr>
          </a:p>
          <a:p>
            <a:pPr indent="-355600" lvl="0" marL="45720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Form group roles: Moderator, Researcher, Documenter. </a:t>
            </a:r>
            <a:endParaRPr sz="2000">
              <a:solidFill>
                <a:schemeClr val="dk1"/>
              </a:solidFill>
              <a:latin typeface="Roboto Slab Regular"/>
              <a:ea typeface="Roboto Slab Regular"/>
              <a:cs typeface="Roboto Slab Regular"/>
              <a:sym typeface="Roboto Slab Regular"/>
            </a:endParaRPr>
          </a:p>
          <a:p>
            <a:pPr indent="-355600" lvl="0" marL="45720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Find an artifact in media, such as an article, website, or social media post, that relates to this week’s topic. Explain how it relates to the class topic and discussion and provide some kind of comment. </a:t>
            </a:r>
            <a:endParaRPr sz="2000">
              <a:solidFill>
                <a:schemeClr val="dk1"/>
              </a:solidFill>
              <a:latin typeface="Roboto Slab Regular"/>
              <a:ea typeface="Roboto Slab Regular"/>
              <a:cs typeface="Roboto Slab Regular"/>
              <a:sym typeface="Roboto Slab Regular"/>
            </a:endParaRPr>
          </a:p>
          <a:p>
            <a:pPr indent="-355600" lvl="0" marL="45720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What is your reaction on this source? Do you agree or disagree. Is it accurate or inaccurate? </a:t>
            </a:r>
            <a:endParaRPr sz="2000">
              <a:solidFill>
                <a:schemeClr val="dk1"/>
              </a:solidFill>
              <a:latin typeface="Roboto Slab Regular"/>
              <a:ea typeface="Roboto Slab Regular"/>
              <a:cs typeface="Roboto Slab Regular"/>
              <a:sym typeface="Roboto Slab Regular"/>
            </a:endParaRPr>
          </a:p>
          <a:p>
            <a:pPr indent="-355600" lvl="0" marL="45720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What are potential biases behind the stance? </a:t>
            </a:r>
            <a:endParaRPr sz="2000">
              <a:solidFill>
                <a:schemeClr val="dk1"/>
              </a:solidFill>
              <a:latin typeface="Roboto Slab Regular"/>
              <a:ea typeface="Roboto Slab Regular"/>
              <a:cs typeface="Roboto Slab Regular"/>
              <a:sym typeface="Roboto Slab Regular"/>
            </a:endParaRPr>
          </a:p>
          <a:p>
            <a:pPr indent="-355600" lvl="0" marL="45720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Report to class.</a:t>
            </a:r>
            <a:endParaRPr sz="2000">
              <a:solidFill>
                <a:schemeClr val="dk1"/>
              </a:solidFill>
              <a:latin typeface="Roboto Slab Regular"/>
              <a:ea typeface="Roboto Slab Regular"/>
              <a:cs typeface="Roboto Slab Regular"/>
              <a:sym typeface="Roboto Slab Regular"/>
            </a:endParaRPr>
          </a:p>
          <a:p>
            <a:pPr indent="-355600" lvl="0" marL="45720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Post individually in forum titled In-Class Activity and include a screenshot or link to your artifact.</a:t>
            </a:r>
            <a:endParaRPr sz="2000">
              <a:solidFill>
                <a:schemeClr val="dk1"/>
              </a:solidFill>
              <a:latin typeface="Roboto Slab Regular"/>
              <a:ea typeface="Roboto Slab Regular"/>
              <a:cs typeface="Roboto Slab Regular"/>
              <a:sym typeface="Roboto Slab Regular"/>
            </a:endParaRPr>
          </a:p>
          <a:p>
            <a:pPr indent="0" lvl="0" marL="457200" rtl="0" algn="l">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0"/>
          <p:cNvSpPr txBox="1"/>
          <p:nvPr/>
        </p:nvSpPr>
        <p:spPr>
          <a:xfrm>
            <a:off x="497750" y="239151"/>
            <a:ext cx="8361000" cy="63858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None/>
            </a:pPr>
            <a:r>
              <a:rPr lang="en-US" sz="3600">
                <a:solidFill>
                  <a:schemeClr val="dk1"/>
                </a:solidFill>
                <a:latin typeface="Impact"/>
                <a:ea typeface="Impact"/>
                <a:cs typeface="Impact"/>
                <a:sym typeface="Impact"/>
              </a:rPr>
              <a:t>Frameworks for Justice</a:t>
            </a:r>
            <a:endParaRPr sz="3600">
              <a:solidFill>
                <a:schemeClr val="dk1"/>
              </a:solidFill>
              <a:latin typeface="Impact"/>
              <a:ea typeface="Impact"/>
              <a:cs typeface="Impact"/>
              <a:sym typeface="Impact"/>
            </a:endParaRPr>
          </a:p>
          <a:p>
            <a:pPr indent="0" lvl="0" marL="0" marR="0" rtl="0" algn="ctr">
              <a:spcBef>
                <a:spcPts val="0"/>
              </a:spcBef>
              <a:spcAft>
                <a:spcPts val="0"/>
              </a:spcAft>
              <a:buNone/>
            </a:pPr>
            <a:r>
              <a:rPr b="1" i="0" lang="en-US" sz="1800" u="none" cap="none" strike="noStrike">
                <a:solidFill>
                  <a:schemeClr val="dk1"/>
                </a:solidFill>
                <a:latin typeface="Roboto Slab Regular"/>
                <a:ea typeface="Roboto Slab Regular"/>
                <a:cs typeface="Roboto Slab Regular"/>
                <a:sym typeface="Roboto Slab Regular"/>
              </a:rPr>
              <a:t>.....................................................................</a:t>
            </a:r>
            <a:endParaRPr/>
          </a:p>
          <a:p>
            <a:pPr indent="0" lvl="0" marL="0" marR="0" rtl="0" algn="l">
              <a:spcBef>
                <a:spcPts val="0"/>
              </a:spcBef>
              <a:spcAft>
                <a:spcPts val="0"/>
              </a:spcAft>
              <a:buNone/>
            </a:pPr>
            <a:r>
              <a:t/>
            </a:r>
            <a:endParaRPr b="0" i="1" sz="2000" u="none" cap="none" strike="noStrike">
              <a:solidFill>
                <a:srgbClr val="0000FF"/>
              </a:solidFill>
              <a:latin typeface="Cambria"/>
              <a:ea typeface="Cambria"/>
              <a:cs typeface="Cambria"/>
              <a:sym typeface="Cambria"/>
            </a:endParaRPr>
          </a:p>
          <a:p>
            <a:pPr indent="0" lvl="0" marL="0" marR="0" rtl="0" algn="l">
              <a:spcBef>
                <a:spcPts val="0"/>
              </a:spcBef>
              <a:spcAft>
                <a:spcPts val="0"/>
              </a:spcAft>
              <a:buNone/>
            </a:pPr>
            <a:r>
              <a:rPr i="1" lang="en-US" sz="3000">
                <a:solidFill>
                  <a:srgbClr val="0000FF"/>
                </a:solidFill>
                <a:latin typeface="Cambria"/>
                <a:ea typeface="Cambria"/>
                <a:cs typeface="Cambria"/>
                <a:sym typeface="Cambria"/>
              </a:rPr>
              <a:t>Utilitarianism/Liberal</a:t>
            </a:r>
            <a:endParaRPr i="1" sz="3000">
              <a:solidFill>
                <a:srgbClr val="0000FF"/>
              </a:solidFill>
              <a:latin typeface="Cambria"/>
              <a:ea typeface="Cambria"/>
              <a:cs typeface="Cambria"/>
              <a:sym typeface="Cambria"/>
            </a:endParaRPr>
          </a:p>
          <a:p>
            <a:pPr indent="0" lvl="0" marL="0" marR="0" rtl="0" algn="l">
              <a:spcBef>
                <a:spcPts val="0"/>
              </a:spcBef>
              <a:spcAft>
                <a:spcPts val="0"/>
              </a:spcAft>
              <a:buNone/>
            </a:pPr>
            <a:r>
              <a:t/>
            </a:r>
            <a:endParaRPr i="1" sz="3000">
              <a:solidFill>
                <a:srgbClr val="0000FF"/>
              </a:solidFill>
              <a:latin typeface="Cambria"/>
              <a:ea typeface="Cambria"/>
              <a:cs typeface="Cambria"/>
              <a:sym typeface="Cambria"/>
            </a:endParaRPr>
          </a:p>
          <a:p>
            <a:pPr indent="0" lvl="0" marL="0" marR="0" rtl="0" algn="l">
              <a:spcBef>
                <a:spcPts val="0"/>
              </a:spcBef>
              <a:spcAft>
                <a:spcPts val="0"/>
              </a:spcAft>
              <a:buNone/>
            </a:pPr>
            <a:r>
              <a:rPr i="1" lang="en-US" sz="3000">
                <a:solidFill>
                  <a:srgbClr val="0000FF"/>
                </a:solidFill>
                <a:latin typeface="Cambria"/>
                <a:ea typeface="Cambria"/>
                <a:cs typeface="Cambria"/>
                <a:sym typeface="Cambria"/>
              </a:rPr>
              <a:t>Libertarianism/Conservative</a:t>
            </a:r>
            <a:endParaRPr i="1" sz="3000">
              <a:solidFill>
                <a:srgbClr val="0000FF"/>
              </a:solidFill>
              <a:latin typeface="Cambria"/>
              <a:ea typeface="Cambria"/>
              <a:cs typeface="Cambria"/>
              <a:sym typeface="Cambria"/>
            </a:endParaRPr>
          </a:p>
          <a:p>
            <a:pPr indent="0" lvl="0" marL="0" marR="0" rtl="0" algn="l">
              <a:spcBef>
                <a:spcPts val="0"/>
              </a:spcBef>
              <a:spcAft>
                <a:spcPts val="0"/>
              </a:spcAft>
              <a:buNone/>
            </a:pPr>
            <a:r>
              <a:t/>
            </a:r>
            <a:endParaRPr i="1" sz="3000">
              <a:solidFill>
                <a:srgbClr val="0000FF"/>
              </a:solidFill>
              <a:latin typeface="Cambria"/>
              <a:ea typeface="Cambria"/>
              <a:cs typeface="Cambria"/>
              <a:sym typeface="Cambria"/>
            </a:endParaRPr>
          </a:p>
          <a:p>
            <a:pPr indent="0" lvl="0" marL="0" marR="0" rtl="0" algn="l">
              <a:spcBef>
                <a:spcPts val="0"/>
              </a:spcBef>
              <a:spcAft>
                <a:spcPts val="0"/>
              </a:spcAft>
              <a:buNone/>
            </a:pPr>
            <a:r>
              <a:rPr i="1" lang="en-US" sz="3000">
                <a:solidFill>
                  <a:srgbClr val="0000FF"/>
                </a:solidFill>
                <a:latin typeface="Cambria"/>
                <a:ea typeface="Cambria"/>
                <a:cs typeface="Cambria"/>
                <a:sym typeface="Cambria"/>
              </a:rPr>
              <a:t>Humanism/Moralist</a:t>
            </a:r>
            <a:endParaRPr i="1" sz="30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3000">
              <a:latin typeface="Cambria"/>
              <a:ea typeface="Cambria"/>
              <a:cs typeface="Cambria"/>
              <a:sym typeface="Cambria"/>
            </a:endParaRPr>
          </a:p>
          <a:p>
            <a:pPr indent="0" lvl="0" marL="0" rtl="0" algn="ctr">
              <a:spcBef>
                <a:spcPts val="0"/>
              </a:spcBef>
              <a:spcAft>
                <a:spcPts val="0"/>
              </a:spcAft>
              <a:buNone/>
            </a:pPr>
            <a:r>
              <a:rPr i="1" lang="en-US" sz="2000">
                <a:solidFill>
                  <a:schemeClr val="dk1"/>
                </a:solidFill>
                <a:latin typeface="Cambria"/>
                <a:ea typeface="Cambria"/>
                <a:cs typeface="Cambria"/>
                <a:sym typeface="Cambria"/>
              </a:rPr>
              <a:t> </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1800">
              <a:solidFill>
                <a:srgbClr val="0000FF"/>
              </a:solidFill>
              <a:latin typeface="Cambria"/>
              <a:ea typeface="Cambria"/>
              <a:cs typeface="Cambria"/>
              <a:sym typeface="Cambr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1"/>
          <p:cNvSpPr txBox="1"/>
          <p:nvPr/>
        </p:nvSpPr>
        <p:spPr>
          <a:xfrm>
            <a:off x="320325" y="239150"/>
            <a:ext cx="8648700" cy="63714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None/>
            </a:pPr>
            <a:r>
              <a:rPr lang="en-US" sz="3000">
                <a:solidFill>
                  <a:schemeClr val="dk1"/>
                </a:solidFill>
                <a:latin typeface="Impact"/>
                <a:ea typeface="Impact"/>
                <a:cs typeface="Impact"/>
                <a:sym typeface="Impact"/>
              </a:rPr>
              <a:t>But how exactly do you Michael Sandel argues that debates on fairness draw on three fundamental views on what society should stand for.  </a:t>
            </a:r>
            <a:endParaRPr sz="3600">
              <a:solidFill>
                <a:schemeClr val="dk1"/>
              </a:solidFill>
              <a:latin typeface="Impact"/>
              <a:ea typeface="Impact"/>
              <a:cs typeface="Impact"/>
              <a:sym typeface="Impact"/>
            </a:endParaRPr>
          </a:p>
          <a:p>
            <a:pPr indent="0" lvl="0" marL="0" marR="0" rtl="0" algn="ctr">
              <a:spcBef>
                <a:spcPts val="0"/>
              </a:spcBef>
              <a:spcAft>
                <a:spcPts val="0"/>
              </a:spcAft>
              <a:buNone/>
            </a:pPr>
            <a:r>
              <a:rPr b="1" i="0" lang="en-US" sz="1800" u="none" cap="none" strike="noStrike">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b="0" i="0" sz="1800" u="none" cap="none" strike="noStrike">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u="sng">
                <a:solidFill>
                  <a:schemeClr val="dk1"/>
                </a:solidFill>
                <a:latin typeface="Roboto Slab"/>
                <a:ea typeface="Roboto Slab"/>
                <a:cs typeface="Roboto Slab"/>
                <a:sym typeface="Roboto Slab"/>
              </a:rPr>
              <a:t>Maximizing Welfare</a:t>
            </a:r>
            <a:r>
              <a:rPr b="1" i="0" lang="en-US" sz="2000" u="none" cap="none" strike="noStrike">
                <a:solidFill>
                  <a:schemeClr val="dk1"/>
                </a:solidFill>
                <a:latin typeface="Roboto Slab"/>
                <a:ea typeface="Roboto Slab"/>
                <a:cs typeface="Roboto Slab"/>
                <a:sym typeface="Roboto Slab"/>
              </a:rPr>
              <a:t>:</a:t>
            </a:r>
            <a:r>
              <a:rPr i="0" lang="en-US" sz="2000" u="none" cap="none" strike="noStrike">
                <a:solidFill>
                  <a:schemeClr val="dk1"/>
                </a:solidFill>
                <a:latin typeface="Roboto Slab Regular"/>
                <a:ea typeface="Roboto Slab Regular"/>
                <a:cs typeface="Roboto Slab Regular"/>
                <a:sym typeface="Roboto Slab Regular"/>
              </a:rPr>
              <a:t> maximizing happiness &amp; general welfare for the most people, like cost/benefit analysis. </a:t>
            </a:r>
            <a:br>
              <a:rPr i="0" lang="en-US" sz="2000" u="none" cap="none" strike="noStrike">
                <a:solidFill>
                  <a:schemeClr val="dk1"/>
                </a:solidFill>
                <a:latin typeface="Roboto Slab Regular"/>
                <a:ea typeface="Roboto Slab Regular"/>
                <a:cs typeface="Roboto Slab Regular"/>
                <a:sym typeface="Roboto Slab Regular"/>
              </a:rPr>
            </a:br>
            <a:r>
              <a:rPr b="0" i="1" lang="en-US" sz="2000" u="none" cap="none" strike="noStrike">
                <a:solidFill>
                  <a:srgbClr val="0000FF"/>
                </a:solidFill>
                <a:latin typeface="Cambria"/>
                <a:ea typeface="Cambria"/>
                <a:cs typeface="Cambria"/>
                <a:sym typeface="Cambria"/>
              </a:rPr>
              <a:t>Taxing the rich at a high rate provides a net benefit for society.</a:t>
            </a:r>
            <a:endParaRPr b="0" i="1" sz="2000" u="none" cap="none" strike="noStrike">
              <a:solidFill>
                <a:srgbClr val="0000FF"/>
              </a:solidFill>
              <a:latin typeface="Cambria"/>
              <a:ea typeface="Cambria"/>
              <a:cs typeface="Cambria"/>
              <a:sym typeface="Cambria"/>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Most Americans opposed the admission of refugees throughout history.</a:t>
            </a:r>
            <a:br>
              <a:rPr b="0" i="1" lang="en-US" sz="2000" u="none" cap="none" strike="noStrike">
                <a:solidFill>
                  <a:srgbClr val="0000FF"/>
                </a:solidFill>
                <a:latin typeface="Cambria"/>
                <a:ea typeface="Cambria"/>
                <a:cs typeface="Cambria"/>
                <a:sym typeface="Cambria"/>
              </a:rPr>
            </a:br>
            <a:endParaRPr sz="2000">
              <a:solidFill>
                <a:srgbClr val="000000"/>
              </a:solidFill>
              <a:latin typeface="Cambria"/>
              <a:ea typeface="Cambria"/>
              <a:cs typeface="Cambria"/>
              <a:sym typeface="Cambria"/>
            </a:endParaRPr>
          </a:p>
          <a:p>
            <a:pPr indent="0" lvl="0" marL="0" marR="0" rtl="0" algn="l">
              <a:spcBef>
                <a:spcPts val="0"/>
              </a:spcBef>
              <a:spcAft>
                <a:spcPts val="0"/>
              </a:spcAft>
              <a:buNone/>
            </a:pPr>
            <a:r>
              <a:rPr b="1" lang="en-US" sz="2000" u="sng">
                <a:latin typeface="Roboto Slab"/>
                <a:ea typeface="Roboto Slab"/>
                <a:cs typeface="Roboto Slab"/>
                <a:sym typeface="Roboto Slab"/>
              </a:rPr>
              <a:t>Protecting Individual Freedom</a:t>
            </a:r>
            <a:r>
              <a:rPr b="1" lang="en-US" sz="2000">
                <a:solidFill>
                  <a:srgbClr val="000000"/>
                </a:solidFill>
                <a:latin typeface="Roboto Slab"/>
                <a:ea typeface="Roboto Slab"/>
                <a:cs typeface="Roboto Slab"/>
                <a:sym typeface="Roboto Slab"/>
              </a:rPr>
              <a:t>: </a:t>
            </a:r>
            <a:r>
              <a:rPr lang="en-US" sz="2000">
                <a:latin typeface="Roboto Slab Regular"/>
                <a:ea typeface="Roboto Slab Regular"/>
                <a:cs typeface="Roboto Slab Regular"/>
                <a:sym typeface="Roboto Slab Regular"/>
              </a:rPr>
              <a:t>f</a:t>
            </a:r>
            <a:r>
              <a:rPr lang="en-US" sz="2000">
                <a:solidFill>
                  <a:srgbClr val="000000"/>
                </a:solidFill>
                <a:latin typeface="Roboto Slab Regular"/>
                <a:ea typeface="Roboto Slab Regular"/>
                <a:cs typeface="Roboto Slab Regular"/>
                <a:sym typeface="Roboto Slab Regular"/>
              </a:rPr>
              <a:t>reedom is the most important value.</a:t>
            </a:r>
            <a:br>
              <a:rPr lang="en-US" sz="2000">
                <a:solidFill>
                  <a:srgbClr val="000000"/>
                </a:solidFill>
                <a:latin typeface="Roboto Slab Regular"/>
                <a:ea typeface="Roboto Slab Regular"/>
                <a:cs typeface="Roboto Slab Regular"/>
                <a:sym typeface="Roboto Slab Regular"/>
              </a:rPr>
            </a:br>
            <a:r>
              <a:rPr lang="en-US" sz="2000">
                <a:solidFill>
                  <a:srgbClr val="000000"/>
                </a:solidFill>
                <a:latin typeface="Roboto Slab Regular"/>
                <a:ea typeface="Roboto Slab Regular"/>
                <a:cs typeface="Roboto Slab Regular"/>
                <a:sym typeface="Roboto Slab Regular"/>
              </a:rPr>
              <a:t>• </a:t>
            </a:r>
            <a:r>
              <a:rPr i="1" lang="en-US" sz="2000">
                <a:solidFill>
                  <a:srgbClr val="0000FF"/>
                </a:solidFill>
                <a:latin typeface="Cambria"/>
                <a:ea typeface="Cambria"/>
                <a:cs typeface="Cambria"/>
                <a:sym typeface="Cambria"/>
              </a:rPr>
              <a:t>All taxation is theft and people should be free to choose how much to give.</a:t>
            </a:r>
            <a:endParaRPr i="1" sz="2000">
              <a:solidFill>
                <a:srgbClr val="0000FF"/>
              </a:solidFill>
              <a:latin typeface="Cambria"/>
              <a:ea typeface="Cambria"/>
              <a:cs typeface="Cambria"/>
              <a:sym typeface="Cambria"/>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 Extreme economic inequality denies freedom to those at the bottom, which is • why this country thought it a good idea to make the rich pay more in taxes.</a:t>
            </a:r>
            <a:endParaRPr i="1" sz="2000">
              <a:solidFill>
                <a:srgbClr val="0000FF"/>
              </a:solidFill>
              <a:latin typeface="Cambria"/>
              <a:ea typeface="Cambria"/>
              <a:cs typeface="Cambria"/>
              <a:sym typeface="Cambria"/>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How can US stand for freedom by closing its doors to those fleeing dictatorships?</a:t>
            </a:r>
            <a:endParaRPr i="1" sz="2000">
              <a:solidFill>
                <a:srgbClr val="0000FF"/>
              </a:solidFill>
              <a:latin typeface="Cambria"/>
              <a:ea typeface="Cambria"/>
              <a:cs typeface="Cambria"/>
              <a:sym typeface="Cambria"/>
            </a:endParaRPr>
          </a:p>
          <a:p>
            <a:pPr indent="0" lvl="0" marL="0" marR="0" rtl="0" algn="l">
              <a:spcBef>
                <a:spcPts val="0"/>
              </a:spcBef>
              <a:spcAft>
                <a:spcPts val="0"/>
              </a:spcAft>
              <a:buNone/>
            </a:pPr>
            <a:r>
              <a:t/>
            </a:r>
            <a:endParaRPr sz="2000">
              <a:solidFill>
                <a:srgbClr val="000000"/>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u="sng">
                <a:latin typeface="Roboto Slab"/>
                <a:ea typeface="Roboto Slab"/>
                <a:cs typeface="Roboto Slab"/>
                <a:sym typeface="Roboto Slab"/>
              </a:rPr>
              <a:t>Promoting Virtue</a:t>
            </a:r>
            <a:r>
              <a:rPr b="1" lang="en-US" sz="2000">
                <a:solidFill>
                  <a:srgbClr val="000000"/>
                </a:solidFill>
                <a:latin typeface="Roboto Slab"/>
                <a:ea typeface="Roboto Slab"/>
                <a:cs typeface="Roboto Slab"/>
                <a:sym typeface="Roboto Slab"/>
              </a:rPr>
              <a:t>:</a:t>
            </a:r>
            <a:r>
              <a:rPr lang="en-US" sz="2000">
                <a:solidFill>
                  <a:srgbClr val="000000"/>
                </a:solidFill>
                <a:latin typeface="Roboto Slab Regular"/>
                <a:ea typeface="Roboto Slab Regular"/>
                <a:cs typeface="Roboto Slab Regular"/>
                <a:sym typeface="Roboto Slab Regular"/>
              </a:rPr>
              <a:t> virtue and moral </a:t>
            </a:r>
            <a:r>
              <a:rPr lang="en-US" sz="2000">
                <a:latin typeface="Roboto Slab Regular"/>
                <a:ea typeface="Roboto Slab Regular"/>
                <a:cs typeface="Roboto Slab Regular"/>
                <a:sym typeface="Roboto Slab Regular"/>
              </a:rPr>
              <a:t>norms are the most important </a:t>
            </a:r>
            <a:endParaRPr sz="2000">
              <a:solidFill>
                <a:srgbClr val="000000"/>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It is the moral duty of the well off to look out those less fortunate. </a:t>
            </a:r>
            <a:endParaRPr i="1" sz="2000">
              <a:solidFill>
                <a:srgbClr val="0000FF"/>
              </a:solidFill>
              <a:latin typeface="Cambria"/>
              <a:ea typeface="Cambria"/>
              <a:cs typeface="Cambria"/>
              <a:sym typeface="Cambria"/>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Most Americans opposed refugee admissions, but they were in the wrong.</a:t>
            </a:r>
            <a:endParaRPr i="1" sz="2000">
              <a:solidFill>
                <a:srgbClr val="0000FF"/>
              </a:solidFill>
              <a:latin typeface="Cambria"/>
              <a:ea typeface="Cambria"/>
              <a:cs typeface="Cambria"/>
              <a:sym typeface="Cambria"/>
            </a:endParaRPr>
          </a:p>
          <a:p>
            <a:pPr indent="0" lvl="0" marL="0" marR="0" rtl="0" algn="l">
              <a:spcBef>
                <a:spcPts val="0"/>
              </a:spcBef>
              <a:spcAft>
                <a:spcPts val="0"/>
              </a:spcAft>
              <a:buNone/>
            </a:pPr>
            <a:r>
              <a:t/>
            </a:r>
            <a:endParaRPr i="1" sz="2000">
              <a:solidFill>
                <a:srgbClr val="0000FF"/>
              </a:solidFill>
              <a:latin typeface="Cambria"/>
              <a:ea typeface="Cambria"/>
              <a:cs typeface="Cambria"/>
              <a:sym typeface="Cambr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2"/>
          <p:cNvSpPr txBox="1"/>
          <p:nvPr/>
        </p:nvSpPr>
        <p:spPr>
          <a:xfrm>
            <a:off x="377603" y="239142"/>
            <a:ext cx="8481024" cy="602011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For next week you will read</a:t>
            </a:r>
            <a:endParaRPr/>
          </a:p>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Michael Sandel, chapter 1</a:t>
            </a:r>
            <a:endParaRPr/>
          </a:p>
          <a:p>
            <a:pPr indent="0" lvl="0" marL="0" marR="0" rtl="0" algn="ctr">
              <a:spcBef>
                <a:spcPts val="0"/>
              </a:spcBef>
              <a:spcAft>
                <a:spcPts val="0"/>
              </a:spcAft>
              <a:buNone/>
            </a:pPr>
            <a:r>
              <a:rPr b="1" lang="en-US" sz="1800">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1" lang="en-US" sz="2000">
                <a:solidFill>
                  <a:schemeClr val="dk1"/>
                </a:solidFill>
                <a:latin typeface="Cambria"/>
                <a:ea typeface="Cambria"/>
                <a:cs typeface="Cambria"/>
                <a:sym typeface="Cambria"/>
              </a:rPr>
              <a:t>• Utilitarianism, Liberterianism, and Humanism emerged in different historical contexts, but have their own sets of followers today. </a:t>
            </a:r>
            <a:br>
              <a:rPr i="1" lang="en-US" sz="2000">
                <a:solidFill>
                  <a:schemeClr val="dk1"/>
                </a:solidFill>
                <a:latin typeface="Cambria"/>
                <a:ea typeface="Cambria"/>
                <a:cs typeface="Cambria"/>
                <a:sym typeface="Cambria"/>
              </a:rPr>
            </a:br>
            <a:endParaRPr i="1" sz="2000">
              <a:solidFill>
                <a:schemeClr val="dk1"/>
              </a:solidFill>
              <a:latin typeface="Cambria"/>
              <a:ea typeface="Cambria"/>
              <a:cs typeface="Cambria"/>
              <a:sym typeface="Cambria"/>
            </a:endParaRPr>
          </a:p>
          <a:p>
            <a:pPr indent="0" lvl="0" marL="0" marR="0" rtl="0" algn="ctr">
              <a:spcBef>
                <a:spcPts val="0"/>
              </a:spcBef>
              <a:spcAft>
                <a:spcPts val="0"/>
              </a:spcAft>
              <a:buNone/>
            </a:pPr>
            <a:r>
              <a:rPr i="1" lang="en-US" sz="2000">
                <a:solidFill>
                  <a:schemeClr val="dk1"/>
                </a:solidFill>
                <a:latin typeface="Cambria"/>
                <a:ea typeface="Cambria"/>
                <a:cs typeface="Cambria"/>
                <a:sym typeface="Cambria"/>
              </a:rPr>
              <a:t>• Let’s see how these perspectives on justice would respond to the question of whether it’s right to price gouge customers after a major hurricane in 2004.</a:t>
            </a:r>
            <a:endParaRPr i="1"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sz="16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16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300">
                <a:solidFill>
                  <a:schemeClr val="dk1"/>
                </a:solidFill>
                <a:latin typeface="Roboto Slab Regular"/>
                <a:ea typeface="Roboto Slab Regular"/>
                <a:cs typeface="Roboto Slab Regular"/>
                <a:sym typeface="Roboto Slab Regular"/>
              </a:rPr>
              <a:t>“Contractors offered to clear two trees off a homeowner’s roof—for $23,000. Stores that normally sold small household generators for $250 were now asking $2,000. A seventy-seven-year-old woman fleeing the hurricane with her elderly husband and handicapped daughter was charged $160 per night for a motel room that normally goes for $40.”</a:t>
            </a:r>
            <a:endParaRPr sz="2300">
              <a:solidFill>
                <a:srgbClr val="000000"/>
              </a:solidFill>
              <a:latin typeface="Roboto Slab Regular"/>
              <a:ea typeface="Roboto Slab Regular"/>
              <a:cs typeface="Roboto Slab Regular"/>
              <a:sym typeface="Roboto Slab Regul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3"/>
          <p:cNvSpPr txBox="1"/>
          <p:nvPr/>
        </p:nvSpPr>
        <p:spPr>
          <a:xfrm>
            <a:off x="385857" y="239142"/>
            <a:ext cx="8472770" cy="5524589"/>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500">
                <a:solidFill>
                  <a:schemeClr val="dk1"/>
                </a:solidFill>
                <a:latin typeface="Impact"/>
                <a:ea typeface="Impact"/>
                <a:cs typeface="Impact"/>
                <a:sym typeface="Impact"/>
              </a:rPr>
              <a:t>Which is utilitarian, libertarian, humanist?</a:t>
            </a:r>
            <a:endParaRPr/>
          </a:p>
          <a:p>
            <a:pPr indent="0" lvl="0" marL="0" marR="0" rtl="0" algn="ctr">
              <a:lnSpc>
                <a:spcPct val="110000"/>
              </a:lnSpc>
              <a:spcBef>
                <a:spcPts val="0"/>
              </a:spcBef>
              <a:spcAft>
                <a:spcPts val="0"/>
              </a:spcAft>
              <a:buNone/>
            </a:pPr>
            <a:r>
              <a:rPr lang="en-US" sz="3500">
                <a:solidFill>
                  <a:schemeClr val="dk1"/>
                </a:solidFill>
                <a:latin typeface="Impact"/>
                <a:ea typeface="Impact"/>
                <a:cs typeface="Impact"/>
                <a:sym typeface="Impact"/>
              </a:rPr>
              <a:t>What’s the greatest good in each statement?</a:t>
            </a:r>
            <a:endParaRPr/>
          </a:p>
          <a:p>
            <a:pPr indent="0" lvl="0" marL="0" marR="0" rtl="0" algn="ctr">
              <a:spcBef>
                <a:spcPts val="0"/>
              </a:spcBef>
              <a:spcAft>
                <a:spcPts val="0"/>
              </a:spcAft>
              <a:buNone/>
            </a:pPr>
            <a:r>
              <a:rPr b="1" lang="en-US" sz="1800">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A. </a:t>
            </a:r>
            <a:r>
              <a:rPr lang="en-US" sz="2000">
                <a:solidFill>
                  <a:schemeClr val="dk1"/>
                </a:solidFill>
                <a:latin typeface="Roboto Slab Regular"/>
                <a:ea typeface="Roboto Slab Regular"/>
                <a:cs typeface="Roboto Slab Regular"/>
                <a:sym typeface="Roboto Slab Regular"/>
              </a:rPr>
              <a:t> “It isn’t gouging to charge what the market will bear. It isn’t greedy or brazen. It’s how goods and services get allocated in a free society.”</a:t>
            </a:r>
            <a:endParaRPr>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B. </a:t>
            </a:r>
            <a:r>
              <a:rPr lang="en-US" sz="2000">
                <a:solidFill>
                  <a:schemeClr val="dk1"/>
                </a:solidFill>
                <a:latin typeface="Roboto Slab Regular"/>
                <a:ea typeface="Roboto Slab Regular"/>
                <a:cs typeface="Roboto Slab Regular"/>
                <a:sym typeface="Roboto Slab Regular"/>
              </a:rPr>
              <a:t> “This is not the normal free market situation where willing buyers freely elect to enter into the marketplace and meet willing sellers, where a price is agree upon based on supply and demand. In an emergency, buyers under duress have no freedom. Their purchases of necessities like safe lodging are forced.”</a:t>
            </a:r>
            <a:endParaRPr>
              <a:latin typeface="Roboto Slab Regular"/>
              <a:ea typeface="Roboto Slab Regular"/>
              <a:cs typeface="Roboto Slab Regular"/>
              <a:sym typeface="Roboto Slab Regular"/>
            </a:endParaRPr>
          </a:p>
          <a:p>
            <a:pPr indent="-330200" lvl="0" marL="457200" marR="0" rtl="0" algn="l">
              <a:spcBef>
                <a:spcPts val="0"/>
              </a:spcBef>
              <a:spcAft>
                <a:spcPts val="0"/>
              </a:spcAft>
              <a:buClr>
                <a:schemeClr val="dk1"/>
              </a:buClr>
              <a:buSzPts val="2000"/>
              <a:buFont typeface="Sorts Mill Goudy"/>
              <a:buNone/>
            </a:pPr>
            <a:r>
              <a:t/>
            </a:r>
            <a:endParaRPr sz="20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C. </a:t>
            </a:r>
            <a:r>
              <a:rPr lang="en-US" sz="2000">
                <a:solidFill>
                  <a:schemeClr val="dk1"/>
                </a:solidFill>
                <a:latin typeface="Roboto Slab Regular"/>
                <a:ea typeface="Roboto Slab Regular"/>
                <a:cs typeface="Roboto Slab Regular"/>
                <a:sym typeface="Roboto Slab Regular"/>
              </a:rPr>
              <a:t> “It is astounding to me, the level of greed that someone must have in their soul to be willing to take advantage of someone suffering in the wake of a hurricane.”</a:t>
            </a:r>
            <a:endParaRPr>
              <a:latin typeface="Roboto Slab Regular"/>
              <a:ea typeface="Roboto Slab Regular"/>
              <a:cs typeface="Roboto Slab Regular"/>
              <a:sym typeface="Roboto Slab Regul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4"/>
          <p:cNvSpPr txBox="1"/>
          <p:nvPr/>
        </p:nvSpPr>
        <p:spPr>
          <a:xfrm>
            <a:off x="385850" y="239150"/>
            <a:ext cx="8528400" cy="66189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What is the greatest moral good at stake?</a:t>
            </a:r>
            <a:endParaRPr/>
          </a:p>
          <a:p>
            <a:pPr indent="0" lvl="0" marL="0" marR="0" rtl="0" algn="ctr">
              <a:spcBef>
                <a:spcPts val="0"/>
              </a:spcBef>
              <a:spcAft>
                <a:spcPts val="0"/>
              </a:spcAft>
              <a:buNone/>
            </a:pPr>
            <a:r>
              <a:rPr b="1" lang="en-US" sz="1800">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A.</a:t>
            </a:r>
            <a:r>
              <a:rPr lang="en-US" sz="2000">
                <a:solidFill>
                  <a:schemeClr val="dk1"/>
                </a:solidFill>
                <a:latin typeface="Roboto Slab Regular"/>
                <a:ea typeface="Roboto Slab Regular"/>
                <a:cs typeface="Roboto Slab Regular"/>
                <a:sym typeface="Roboto Slab Regular"/>
              </a:rPr>
              <a:t>  “It isn’t gouging to charge what the market will bear. It isn’t greedy or brazen. It’s how goods and services get allocated in a free society.”</a:t>
            </a:r>
            <a:endParaRPr>
              <a:latin typeface="Roboto Slab Regular"/>
              <a:ea typeface="Roboto Slab Regular"/>
              <a:cs typeface="Roboto Slab Regular"/>
              <a:sym typeface="Roboto Slab Regular"/>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FREEDOM (LIBERTARIAN)</a:t>
            </a:r>
            <a:r>
              <a:rPr i="1" lang="en-US" sz="2000">
                <a:solidFill>
                  <a:srgbClr val="0000FF"/>
                </a:solidFill>
                <a:latin typeface="Cambria"/>
                <a:ea typeface="Cambria"/>
                <a:cs typeface="Cambria"/>
                <a:sym typeface="Cambria"/>
              </a:rPr>
              <a:t>: Freedom (to charge and pay exorbitant prices) trumps all over moral goods.</a:t>
            </a:r>
            <a:endParaRPr i="1" sz="2000">
              <a:solidFill>
                <a:srgbClr val="0000FF"/>
              </a:solidFill>
              <a:latin typeface="Cambria"/>
              <a:ea typeface="Cambria"/>
              <a:cs typeface="Cambria"/>
              <a:sym typeface="Cambria"/>
            </a:endParaRPr>
          </a:p>
          <a:p>
            <a:pPr indent="0" lvl="0" marL="0" marR="0" rtl="0" algn="l">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B.</a:t>
            </a:r>
            <a:r>
              <a:rPr lang="en-US" sz="2000">
                <a:solidFill>
                  <a:schemeClr val="dk1"/>
                </a:solidFill>
                <a:latin typeface="Roboto Slab Regular"/>
                <a:ea typeface="Roboto Slab Regular"/>
                <a:cs typeface="Roboto Slab Regular"/>
                <a:sym typeface="Roboto Slab Regular"/>
              </a:rPr>
              <a:t>  “This is not the normal free market situation where willing buyers freely elect to enter into the marketplace and meet willing sellers, where a price is agree upon based on supply and demand. In an emergency, buyers under duress have no freedom. Their purchases of necessities like safe lodging are forced.”</a:t>
            </a:r>
            <a:endParaRPr>
              <a:latin typeface="Roboto Slab Regular"/>
              <a:ea typeface="Roboto Slab Regular"/>
              <a:cs typeface="Roboto Slab Regular"/>
              <a:sym typeface="Roboto Slab Regular"/>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UTILITARIAN (LIBERAL)</a:t>
            </a:r>
            <a:r>
              <a:rPr i="1" lang="en-US" sz="2000">
                <a:solidFill>
                  <a:srgbClr val="0000FF"/>
                </a:solidFill>
                <a:latin typeface="Cambria"/>
                <a:ea typeface="Cambria"/>
                <a:cs typeface="Cambria"/>
                <a:sym typeface="Cambria"/>
              </a:rPr>
              <a:t>: People aren’t really free in this kind of market situation.</a:t>
            </a:r>
            <a:endParaRPr i="1" sz="2000">
              <a:solidFill>
                <a:srgbClr val="0000FF"/>
              </a:solidFill>
              <a:latin typeface="Cambria"/>
              <a:ea typeface="Cambria"/>
              <a:cs typeface="Cambria"/>
              <a:sym typeface="Cambria"/>
            </a:endParaRPr>
          </a:p>
          <a:p>
            <a:pPr indent="-342900" lvl="0" marL="457200" marR="0" rtl="0" algn="l">
              <a:spcBef>
                <a:spcPts val="0"/>
              </a:spcBef>
              <a:spcAft>
                <a:spcPts val="0"/>
              </a:spcAft>
              <a:buClr>
                <a:schemeClr val="dk1"/>
              </a:buClr>
              <a:buSzPts val="1800"/>
              <a:buFont typeface="Sorts Mill Goudy"/>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C.</a:t>
            </a:r>
            <a:r>
              <a:rPr lang="en-US" sz="2000">
                <a:solidFill>
                  <a:schemeClr val="dk1"/>
                </a:solidFill>
                <a:latin typeface="Roboto Slab Regular"/>
                <a:ea typeface="Roboto Slab Regular"/>
                <a:cs typeface="Roboto Slab Regular"/>
                <a:sym typeface="Roboto Slab Regular"/>
              </a:rPr>
              <a:t>  “It is astounding to me, the level of greed that someone must have in their soul to be willing to take advantage of someone suffering in the wake of a hurricane.”</a:t>
            </a:r>
            <a:endParaRPr>
              <a:latin typeface="Roboto Slab Regular"/>
              <a:ea typeface="Roboto Slab Regular"/>
              <a:cs typeface="Roboto Slab Regular"/>
              <a:sym typeface="Roboto Slab Regular"/>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MORAL VIRTUE (HUMANIST</a:t>
            </a:r>
            <a:r>
              <a:rPr i="1" lang="en-US" sz="2000">
                <a:solidFill>
                  <a:srgbClr val="0000FF"/>
                </a:solidFill>
                <a:latin typeface="Cambria"/>
                <a:ea typeface="Cambria"/>
                <a:cs typeface="Cambria"/>
                <a:sym typeface="Cambria"/>
              </a:rPr>
              <a:t>: Government should discourage excessive greed because of its corrosive impact on the soul. </a:t>
            </a:r>
            <a:endParaRPr i="1" sz="2000">
              <a:solidFill>
                <a:srgbClr val="0000FF"/>
              </a:solidFill>
              <a:latin typeface="Cambria"/>
              <a:ea typeface="Cambria"/>
              <a:cs typeface="Cambria"/>
              <a:sym typeface="Cambri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5"/>
          <p:cNvSpPr txBox="1"/>
          <p:nvPr/>
        </p:nvSpPr>
        <p:spPr>
          <a:xfrm>
            <a:off x="385857" y="239142"/>
            <a:ext cx="8472900" cy="6487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What is the greatest moral good at stake?</a:t>
            </a:r>
            <a:endParaRPr/>
          </a:p>
          <a:p>
            <a:pPr indent="0" lvl="0" marL="0" marR="0" rtl="0" algn="ctr">
              <a:spcBef>
                <a:spcPts val="0"/>
              </a:spcBef>
              <a:spcAft>
                <a:spcPts val="0"/>
              </a:spcAft>
              <a:buNone/>
            </a:pPr>
            <a:r>
              <a:rPr b="1" lang="en-US" sz="1800">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sz="36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3000">
                <a:solidFill>
                  <a:schemeClr val="dk1"/>
                </a:solidFill>
                <a:latin typeface="Cambria"/>
                <a:ea typeface="Cambria"/>
                <a:cs typeface="Cambria"/>
                <a:sym typeface="Cambria"/>
              </a:rPr>
              <a:t>Freedom is such a broadly defined ideal that it can be deployed for both </a:t>
            </a:r>
            <a:r>
              <a:rPr b="1" lang="en-US" sz="3000">
                <a:solidFill>
                  <a:schemeClr val="dk1"/>
                </a:solidFill>
                <a:latin typeface="Cambria"/>
                <a:ea typeface="Cambria"/>
                <a:cs typeface="Cambria"/>
                <a:sym typeface="Cambria"/>
              </a:rPr>
              <a:t>libertarian </a:t>
            </a:r>
            <a:r>
              <a:rPr lang="en-US" sz="3000">
                <a:solidFill>
                  <a:schemeClr val="dk1"/>
                </a:solidFill>
                <a:latin typeface="Cambria"/>
                <a:ea typeface="Cambria"/>
                <a:cs typeface="Cambria"/>
                <a:sym typeface="Cambria"/>
              </a:rPr>
              <a:t>(extreme free market) and </a:t>
            </a:r>
            <a:r>
              <a:rPr b="1" lang="en-US" sz="3000">
                <a:solidFill>
                  <a:schemeClr val="dk1"/>
                </a:solidFill>
                <a:latin typeface="Cambria"/>
                <a:ea typeface="Cambria"/>
                <a:cs typeface="Cambria"/>
                <a:sym typeface="Cambria"/>
              </a:rPr>
              <a:t>liberal</a:t>
            </a:r>
            <a:r>
              <a:rPr lang="en-US" sz="3000">
                <a:solidFill>
                  <a:schemeClr val="dk1"/>
                </a:solidFill>
                <a:latin typeface="Cambria"/>
                <a:ea typeface="Cambria"/>
                <a:cs typeface="Cambria"/>
                <a:sym typeface="Cambria"/>
              </a:rPr>
              <a:t> (regulating the market to ensure a different kind of freedom) goals. </a:t>
            </a:r>
            <a:endParaRPr i="1" sz="3000">
              <a:solidFill>
                <a:srgbClr val="0000FF"/>
              </a:solidFill>
              <a:latin typeface="Cambria"/>
              <a:ea typeface="Cambria"/>
              <a:cs typeface="Cambria"/>
              <a:sym typeface="Cambri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6"/>
          <p:cNvSpPr txBox="1"/>
          <p:nvPr/>
        </p:nvSpPr>
        <p:spPr>
          <a:xfrm>
            <a:off x="617896" y="239143"/>
            <a:ext cx="8112113" cy="6943439"/>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The topic is now schools. Which is about freedom, virtue, general welfare?</a:t>
            </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Regular"/>
                <a:ea typeface="Roboto Slab Regular"/>
                <a:cs typeface="Roboto Slab Regular"/>
                <a:sym typeface="Roboto Slab Regular"/>
              </a:rPr>
              <a:t>A.  </a:t>
            </a:r>
            <a:r>
              <a:rPr lang="en-US" sz="2000">
                <a:solidFill>
                  <a:schemeClr val="dk1"/>
                </a:solidFill>
                <a:latin typeface="Roboto Slab Regular"/>
                <a:ea typeface="Roboto Slab Regular"/>
                <a:cs typeface="Roboto Slab Regular"/>
                <a:sym typeface="Roboto Slab Regular"/>
              </a:rPr>
              <a:t>“Our teachers at the public school level are the most underpaid for the importance of their job in America.” </a:t>
            </a:r>
            <a:endParaRPr/>
          </a:p>
          <a:p>
            <a:pPr indent="0" lvl="0" marL="0" marR="0" rtl="0" algn="l">
              <a:spcBef>
                <a:spcPts val="0"/>
              </a:spcBef>
              <a:spcAft>
                <a:spcPts val="0"/>
              </a:spcAft>
              <a:buNone/>
            </a:pPr>
            <a:r>
              <a:rPr lang="en-US" sz="2000">
                <a:solidFill>
                  <a:schemeClr val="dk1"/>
                </a:solidFill>
                <a:latin typeface="Roboto Slab Regular"/>
                <a:ea typeface="Roboto Slab Regular"/>
                <a:cs typeface="Roboto Slab Regular"/>
                <a:sym typeface="Roboto Slab Regular"/>
              </a:rPr>
              <a:t> </a:t>
            </a:r>
            <a:endParaRPr sz="20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Regular"/>
                <a:ea typeface="Roboto Slab Regular"/>
                <a:cs typeface="Roboto Slab Regular"/>
                <a:sym typeface="Roboto Slab Regular"/>
              </a:rPr>
              <a:t>B.  </a:t>
            </a:r>
            <a:r>
              <a:rPr lang="en-US" sz="2000">
                <a:solidFill>
                  <a:schemeClr val="dk1"/>
                </a:solidFill>
                <a:latin typeface="Roboto Slab Regular"/>
                <a:ea typeface="Roboto Slab Regular"/>
                <a:cs typeface="Roboto Slab Regular"/>
                <a:sym typeface="Roboto Slab Regular"/>
              </a:rPr>
              <a:t>“Public schools often fail because they are shielded from the very force that improves performance and sparks innovation in nearly every other human enterprise — competition.”</a:t>
            </a:r>
            <a:endParaRPr/>
          </a:p>
          <a:p>
            <a:pPr indent="0" lvl="0" marL="0" marR="0" rtl="0" algn="l">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Regular"/>
                <a:ea typeface="Roboto Slab Regular"/>
                <a:cs typeface="Roboto Slab Regular"/>
                <a:sym typeface="Roboto Slab Regular"/>
              </a:rPr>
              <a:t>C.  </a:t>
            </a:r>
            <a:r>
              <a:rPr lang="en-US" sz="2000">
                <a:solidFill>
                  <a:schemeClr val="dk1"/>
                </a:solidFill>
                <a:latin typeface="Roboto Slab Regular"/>
                <a:ea typeface="Roboto Slab Regular"/>
                <a:cs typeface="Roboto Slab Regular"/>
                <a:sym typeface="Roboto Slab Regular"/>
              </a:rPr>
              <a:t>“I have realized why corrupt politicians do nothing to improve the quality of public school education. They are terrified of educated voters.” </a:t>
            </a:r>
            <a:endParaRPr i="1" sz="2000">
              <a:solidFill>
                <a:srgbClr val="0000FF"/>
              </a:solidFill>
              <a:latin typeface="Cambria"/>
              <a:ea typeface="Cambria"/>
              <a:cs typeface="Cambria"/>
              <a:sym typeface="Cambria"/>
            </a:endParaRPr>
          </a:p>
          <a:p>
            <a:pPr indent="0" lvl="0" marL="0" marR="0" rtl="0" algn="l">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Cutive"/>
              <a:ea typeface="Cutive"/>
              <a:cs typeface="Cutive"/>
              <a:sym typeface="Cutive"/>
            </a:endParaRPr>
          </a:p>
          <a:p>
            <a:pPr indent="0" lvl="0" marL="0" marR="0" rtl="0" algn="ctr">
              <a:spcBef>
                <a:spcPts val="0"/>
              </a:spcBef>
              <a:spcAft>
                <a:spcPts val="0"/>
              </a:spcAft>
              <a:buNone/>
            </a:pPr>
            <a:r>
              <a:t/>
            </a:r>
            <a:endParaRPr sz="2000">
              <a:solidFill>
                <a:schemeClr val="dk1"/>
              </a:solidFill>
              <a:latin typeface="Cutive"/>
              <a:ea typeface="Cutive"/>
              <a:cs typeface="Cutive"/>
              <a:sym typeface="Cutive"/>
            </a:endParaRPr>
          </a:p>
          <a:p>
            <a:pPr indent="0" lvl="0" marL="0" marR="0" rtl="0" algn="ctr">
              <a:spcBef>
                <a:spcPts val="0"/>
              </a:spcBef>
              <a:spcAft>
                <a:spcPts val="0"/>
              </a:spcAft>
              <a:buNone/>
            </a:pPr>
            <a:r>
              <a:t/>
            </a:r>
            <a:endParaRPr sz="2000">
              <a:solidFill>
                <a:schemeClr val="dk1"/>
              </a:solidFill>
              <a:latin typeface="Cutive"/>
              <a:ea typeface="Cutive"/>
              <a:cs typeface="Cutive"/>
              <a:sym typeface="Cutive"/>
            </a:endParaRPr>
          </a:p>
          <a:p>
            <a:pPr indent="0" lvl="0" marL="0" marR="0" rtl="0" algn="ctr">
              <a:spcBef>
                <a:spcPts val="0"/>
              </a:spcBef>
              <a:spcAft>
                <a:spcPts val="0"/>
              </a:spcAft>
              <a:buNone/>
            </a:pPr>
            <a:r>
              <a:t/>
            </a:r>
            <a:endParaRPr sz="2000">
              <a:solidFill>
                <a:schemeClr val="dk1"/>
              </a:solidFill>
              <a:latin typeface="Arial"/>
              <a:ea typeface="Arial"/>
              <a:cs typeface="Arial"/>
              <a:sym typeface="Arial"/>
            </a:endParaRPr>
          </a:p>
          <a:p>
            <a:pPr indent="0" lvl="0" marL="0" marR="0" rtl="0" algn="ctr">
              <a:spcBef>
                <a:spcPts val="0"/>
              </a:spcBef>
              <a:spcAft>
                <a:spcPts val="0"/>
              </a:spcAft>
              <a:buNone/>
            </a:pPr>
            <a:r>
              <a:rPr lang="en-US" sz="2400">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7"/>
          <p:cNvSpPr txBox="1"/>
          <p:nvPr/>
        </p:nvSpPr>
        <p:spPr>
          <a:xfrm>
            <a:off x="617896" y="239143"/>
            <a:ext cx="8112113" cy="6266331"/>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The topic is now schools. Which is libertarian, utilitarian, humanist?</a:t>
            </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A. </a:t>
            </a:r>
            <a:r>
              <a:rPr lang="en-US" sz="2000">
                <a:solidFill>
                  <a:schemeClr val="dk1"/>
                </a:solidFill>
                <a:latin typeface="Roboto Slab Regular"/>
                <a:ea typeface="Roboto Slab Regular"/>
                <a:cs typeface="Roboto Slab Regular"/>
                <a:sym typeface="Roboto Slab Regular"/>
              </a:rPr>
              <a:t> “Our teachers at the public school level are the most underpaid for the importance of their job in America.” </a:t>
            </a:r>
            <a:br>
              <a:rPr lang="en-US" sz="2000">
                <a:solidFill>
                  <a:schemeClr val="dk1"/>
                </a:solidFill>
                <a:latin typeface="Roboto Slab Regular"/>
                <a:ea typeface="Roboto Slab Regular"/>
                <a:cs typeface="Roboto Slab Regular"/>
                <a:sym typeface="Roboto Slab Regular"/>
              </a:rPr>
            </a:br>
            <a:r>
              <a:rPr i="1" lang="en-US" sz="2000">
                <a:solidFill>
                  <a:srgbClr val="0000FF"/>
                </a:solidFill>
                <a:latin typeface="Cambria"/>
                <a:ea typeface="Cambria"/>
                <a:cs typeface="Cambria"/>
                <a:sym typeface="Cambria"/>
              </a:rPr>
              <a:t>MORAL VIRTUE</a:t>
            </a:r>
            <a:r>
              <a:rPr i="1" lang="en-US" sz="2000">
                <a:solidFill>
                  <a:srgbClr val="0000FF"/>
                </a:solidFill>
                <a:latin typeface="Cambria"/>
                <a:ea typeface="Cambria"/>
                <a:cs typeface="Cambria"/>
                <a:sym typeface="Cambria"/>
              </a:rPr>
              <a:t>:  Teachers perform an invaluable service. </a:t>
            </a:r>
            <a:endParaRPr/>
          </a:p>
          <a:p>
            <a:pPr indent="0" lvl="0" marL="0" marR="0" rtl="0" algn="l">
              <a:spcBef>
                <a:spcPts val="0"/>
              </a:spcBef>
              <a:spcAft>
                <a:spcPts val="0"/>
              </a:spcAft>
              <a:buNone/>
            </a:pPr>
            <a:r>
              <a:rPr lang="en-US" sz="2000">
                <a:solidFill>
                  <a:schemeClr val="dk1"/>
                </a:solidFill>
                <a:latin typeface="Roboto Slab Regular"/>
                <a:ea typeface="Roboto Slab Regular"/>
                <a:cs typeface="Roboto Slab Regular"/>
                <a:sym typeface="Roboto Slab Regular"/>
              </a:rPr>
              <a:t> </a:t>
            </a:r>
            <a:endParaRPr sz="20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 </a:t>
            </a:r>
            <a:endParaRPr sz="24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8"/>
          <p:cNvSpPr txBox="1"/>
          <p:nvPr/>
        </p:nvSpPr>
        <p:spPr>
          <a:xfrm>
            <a:off x="617896" y="239143"/>
            <a:ext cx="8112000" cy="62664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The topic is now schools. Which is libertarian, utilitarian, humanist?</a:t>
            </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A. </a:t>
            </a:r>
            <a:r>
              <a:rPr lang="en-US" sz="2000">
                <a:solidFill>
                  <a:schemeClr val="dk1"/>
                </a:solidFill>
                <a:latin typeface="Roboto Slab Regular"/>
                <a:ea typeface="Roboto Slab Regular"/>
                <a:cs typeface="Roboto Slab Regular"/>
                <a:sym typeface="Roboto Slab Regular"/>
              </a:rPr>
              <a:t> “Our teachers at the public school level are the most underpaid for the importance of their job in America.” </a:t>
            </a:r>
            <a:br>
              <a:rPr lang="en-US" sz="2000">
                <a:solidFill>
                  <a:schemeClr val="dk1"/>
                </a:solidFill>
                <a:latin typeface="Roboto Slab Regular"/>
                <a:ea typeface="Roboto Slab Regular"/>
                <a:cs typeface="Roboto Slab Regular"/>
                <a:sym typeface="Roboto Slab Regular"/>
              </a:rPr>
            </a:br>
            <a:r>
              <a:rPr i="1" lang="en-US" sz="2000">
                <a:solidFill>
                  <a:srgbClr val="0000FF"/>
                </a:solidFill>
                <a:latin typeface="Cambria"/>
                <a:ea typeface="Cambria"/>
                <a:cs typeface="Cambria"/>
                <a:sym typeface="Cambria"/>
              </a:rPr>
              <a:t>MORAL VIRTUE:  Teachers perform an invaluable service. </a:t>
            </a:r>
            <a:endParaRPr/>
          </a:p>
          <a:p>
            <a:pPr indent="0" lvl="0" marL="0" marR="0" rtl="0" algn="l">
              <a:spcBef>
                <a:spcPts val="0"/>
              </a:spcBef>
              <a:spcAft>
                <a:spcPts val="0"/>
              </a:spcAft>
              <a:buNone/>
            </a:pPr>
            <a:r>
              <a:rPr lang="en-US" sz="2000">
                <a:solidFill>
                  <a:schemeClr val="dk1"/>
                </a:solidFill>
                <a:latin typeface="Roboto Slab Regular"/>
                <a:ea typeface="Roboto Slab Regular"/>
                <a:cs typeface="Roboto Slab Regular"/>
                <a:sym typeface="Roboto Slab Regular"/>
              </a:rPr>
              <a:t> </a:t>
            </a:r>
            <a:endParaRPr sz="20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B. </a:t>
            </a:r>
            <a:r>
              <a:rPr lang="en-US" sz="2000">
                <a:solidFill>
                  <a:schemeClr val="dk1"/>
                </a:solidFill>
                <a:latin typeface="Roboto Slab Regular"/>
                <a:ea typeface="Roboto Slab Regular"/>
                <a:cs typeface="Roboto Slab Regular"/>
                <a:sym typeface="Roboto Slab Regular"/>
              </a:rPr>
              <a:t> “Public schools often fail because they are shielded from the very force that improves performance and sparks innovation in nearly every other human enterprise — competition.”</a:t>
            </a:r>
            <a:br>
              <a:rPr lang="en-US" sz="2000">
                <a:solidFill>
                  <a:schemeClr val="dk1"/>
                </a:solidFill>
                <a:latin typeface="Roboto Slab Regular"/>
                <a:ea typeface="Roboto Slab Regular"/>
                <a:cs typeface="Roboto Slab Regular"/>
                <a:sym typeface="Roboto Slab Regular"/>
              </a:rPr>
            </a:br>
            <a:r>
              <a:rPr i="1" lang="en-US" sz="2000">
                <a:solidFill>
                  <a:srgbClr val="0000FF"/>
                </a:solidFill>
                <a:latin typeface="Cambria"/>
                <a:ea typeface="Cambria"/>
                <a:cs typeface="Cambria"/>
                <a:sym typeface="Cambria"/>
              </a:rPr>
              <a:t>FREEDOM (Libertarian):  Free market should decide how we fund schools.</a:t>
            </a:r>
            <a:endParaRPr/>
          </a:p>
          <a:p>
            <a:pPr indent="0" lvl="0" marL="0" marR="0" rtl="0" algn="l">
              <a:spcBef>
                <a:spcPts val="0"/>
              </a:spcBef>
              <a:spcAft>
                <a:spcPts val="0"/>
              </a:spcAft>
              <a:buNone/>
            </a:pPr>
            <a:r>
              <a:t/>
            </a:r>
            <a:endParaRPr i="1" sz="2000">
              <a:solidFill>
                <a:srgbClr val="0000FF"/>
              </a:solidFill>
              <a:latin typeface="Cambria"/>
              <a:ea typeface="Cambria"/>
              <a:cs typeface="Cambria"/>
              <a:sym typeface="Cambria"/>
            </a:endParaRPr>
          </a:p>
          <a:p>
            <a:pPr indent="0" lvl="0" marL="0" marR="0" rtl="0" algn="l">
              <a:spcBef>
                <a:spcPts val="0"/>
              </a:spcBef>
              <a:spcAft>
                <a:spcPts val="0"/>
              </a:spcAft>
              <a:buNone/>
            </a:pPr>
            <a:r>
              <a:t/>
            </a:r>
            <a:endParaRPr sz="24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9"/>
          <p:cNvSpPr txBox="1"/>
          <p:nvPr/>
        </p:nvSpPr>
        <p:spPr>
          <a:xfrm>
            <a:off x="617896" y="239143"/>
            <a:ext cx="8112000" cy="62664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The topic is now schools. Which is libertarian, utilitarian, humanist?</a:t>
            </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A. </a:t>
            </a:r>
            <a:r>
              <a:rPr lang="en-US" sz="2000">
                <a:solidFill>
                  <a:schemeClr val="dk1"/>
                </a:solidFill>
                <a:latin typeface="Roboto Slab Regular"/>
                <a:ea typeface="Roboto Slab Regular"/>
                <a:cs typeface="Roboto Slab Regular"/>
                <a:sym typeface="Roboto Slab Regular"/>
              </a:rPr>
              <a:t> “Our teachers at the public school level are the most underpaid for the importance of their job in America.” </a:t>
            </a:r>
            <a:br>
              <a:rPr lang="en-US" sz="2000">
                <a:solidFill>
                  <a:schemeClr val="dk1"/>
                </a:solidFill>
                <a:latin typeface="Roboto Slab Regular"/>
                <a:ea typeface="Roboto Slab Regular"/>
                <a:cs typeface="Roboto Slab Regular"/>
                <a:sym typeface="Roboto Slab Regular"/>
              </a:rPr>
            </a:br>
            <a:r>
              <a:rPr i="1" lang="en-US" sz="2000">
                <a:solidFill>
                  <a:srgbClr val="0000FF"/>
                </a:solidFill>
                <a:latin typeface="Cambria"/>
                <a:ea typeface="Cambria"/>
                <a:cs typeface="Cambria"/>
                <a:sym typeface="Cambria"/>
              </a:rPr>
              <a:t>MORAL VIRTUE:  Teachers perform an invaluable service. </a:t>
            </a:r>
            <a:endParaRPr/>
          </a:p>
          <a:p>
            <a:pPr indent="0" lvl="0" marL="0" marR="0" rtl="0" algn="l">
              <a:spcBef>
                <a:spcPts val="0"/>
              </a:spcBef>
              <a:spcAft>
                <a:spcPts val="0"/>
              </a:spcAft>
              <a:buNone/>
            </a:pPr>
            <a:r>
              <a:rPr lang="en-US" sz="2000">
                <a:solidFill>
                  <a:schemeClr val="dk1"/>
                </a:solidFill>
                <a:latin typeface="Roboto Slab Regular"/>
                <a:ea typeface="Roboto Slab Regular"/>
                <a:cs typeface="Roboto Slab Regular"/>
                <a:sym typeface="Roboto Slab Regular"/>
              </a:rPr>
              <a:t> </a:t>
            </a:r>
            <a:endParaRPr sz="20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B. </a:t>
            </a:r>
            <a:r>
              <a:rPr lang="en-US" sz="2000">
                <a:solidFill>
                  <a:schemeClr val="dk1"/>
                </a:solidFill>
                <a:latin typeface="Roboto Slab Regular"/>
                <a:ea typeface="Roboto Slab Regular"/>
                <a:cs typeface="Roboto Slab Regular"/>
                <a:sym typeface="Roboto Slab Regular"/>
              </a:rPr>
              <a:t> “Public schools often fail because they are shielded from the very force that improves performance and sparks innovation in nearly every other human enterprise — competition.”</a:t>
            </a:r>
            <a:br>
              <a:rPr lang="en-US" sz="2000">
                <a:solidFill>
                  <a:schemeClr val="dk1"/>
                </a:solidFill>
                <a:latin typeface="Roboto Slab Regular"/>
                <a:ea typeface="Roboto Slab Regular"/>
                <a:cs typeface="Roboto Slab Regular"/>
                <a:sym typeface="Roboto Slab Regular"/>
              </a:rPr>
            </a:br>
            <a:r>
              <a:rPr i="1" lang="en-US" sz="2000">
                <a:solidFill>
                  <a:srgbClr val="0000FF"/>
                </a:solidFill>
                <a:latin typeface="Cambria"/>
                <a:ea typeface="Cambria"/>
                <a:cs typeface="Cambria"/>
                <a:sym typeface="Cambria"/>
              </a:rPr>
              <a:t>FREEDOM (Libertarian):  Free market should decide how we fund schools.</a:t>
            </a:r>
            <a:endParaRPr/>
          </a:p>
          <a:p>
            <a:pPr indent="0" lvl="0" marL="0" marR="0" rtl="0" algn="l">
              <a:spcBef>
                <a:spcPts val="0"/>
              </a:spcBef>
              <a:spcAft>
                <a:spcPts val="0"/>
              </a:spcAft>
              <a:buNone/>
            </a:pPr>
            <a:r>
              <a:t/>
            </a:r>
            <a:endParaRPr i="1" sz="2000">
              <a:solidFill>
                <a:srgbClr val="0000FF"/>
              </a:solidFill>
              <a:latin typeface="Cambria"/>
              <a:ea typeface="Cambria"/>
              <a:cs typeface="Cambria"/>
              <a:sym typeface="Cambria"/>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C. </a:t>
            </a:r>
            <a:r>
              <a:rPr lang="en-US" sz="2000">
                <a:solidFill>
                  <a:schemeClr val="dk1"/>
                </a:solidFill>
                <a:latin typeface="Roboto Slab Regular"/>
                <a:ea typeface="Roboto Slab Regular"/>
                <a:cs typeface="Roboto Slab Regular"/>
                <a:sym typeface="Roboto Slab Regular"/>
              </a:rPr>
              <a:t> “I have realized why corrupt politicians do nothing to improve the quality of public school education. They are terrified of educated voters.” </a:t>
            </a:r>
            <a:endParaRPr i="1" sz="2000">
              <a:solidFill>
                <a:srgbClr val="0000FF"/>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UTILITARIAN:  If we improve our public schools, we produce more educated voters who will help root out corruption in our government.  </a:t>
            </a:r>
            <a:endParaRPr sz="24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0"/>
          <p:cNvSpPr txBox="1"/>
          <p:nvPr/>
        </p:nvSpPr>
        <p:spPr>
          <a:xfrm>
            <a:off x="320325" y="239150"/>
            <a:ext cx="8648700" cy="63714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None/>
            </a:pPr>
            <a:r>
              <a:rPr lang="en-US" sz="3000">
                <a:solidFill>
                  <a:schemeClr val="dk1"/>
                </a:solidFill>
                <a:latin typeface="Impact"/>
                <a:ea typeface="Impact"/>
                <a:cs typeface="Impact"/>
                <a:sym typeface="Impact"/>
              </a:rPr>
              <a:t>Meet with Your Group/Zoom Breakout Room </a:t>
            </a:r>
            <a:r>
              <a:rPr lang="en-US" sz="3000">
                <a:solidFill>
                  <a:schemeClr val="dk1"/>
                </a:solidFill>
                <a:latin typeface="Impact"/>
                <a:ea typeface="Impact"/>
                <a:cs typeface="Impact"/>
                <a:sym typeface="Impact"/>
              </a:rPr>
              <a:t> </a:t>
            </a:r>
            <a:endParaRPr sz="3600">
              <a:solidFill>
                <a:schemeClr val="dk1"/>
              </a:solidFill>
              <a:latin typeface="Impact"/>
              <a:ea typeface="Impact"/>
              <a:cs typeface="Impact"/>
              <a:sym typeface="Impact"/>
            </a:endParaRPr>
          </a:p>
          <a:p>
            <a:pPr indent="0" lvl="0" marL="0" marR="0" rtl="0" algn="ctr">
              <a:spcBef>
                <a:spcPts val="0"/>
              </a:spcBef>
              <a:spcAft>
                <a:spcPts val="0"/>
              </a:spcAft>
              <a:buNone/>
            </a:pPr>
            <a:r>
              <a:rPr b="1" i="0" lang="en-US" sz="1800" u="none" cap="none" strike="noStrike">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b="0" i="0" sz="1800" u="none" cap="none" strike="noStrike">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Form group roles: Moderator, Researcher, Documenter. </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Find an artifact in media, such as an article, website, or social media post, that relates to this week’s topic. Explain how it relates to the class topic and discussion and provide some kind of comment. </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What is your reaction on this source? Do you agree or disagree. Is it accurate or inaccurate? </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What are potential biases behind the stance? </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Report to class.</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Post individually in forum titled In-Class Activity and include a screenshot or link to your artifact.</a:t>
            </a:r>
            <a:endParaRPr sz="2000">
              <a:solidFill>
                <a:schemeClr val="dk1"/>
              </a:solidFill>
              <a:latin typeface="Roboto Slab Regular"/>
              <a:ea typeface="Roboto Slab Regular"/>
              <a:cs typeface="Roboto Slab Regular"/>
              <a:sym typeface="Roboto Slab Regular"/>
            </a:endParaRPr>
          </a:p>
          <a:p>
            <a:pPr indent="0" lvl="0" marL="457200" marR="0" rtl="0" algn="l">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1"/>
          <p:cNvSpPr txBox="1"/>
          <p:nvPr/>
        </p:nvSpPr>
        <p:spPr>
          <a:xfrm>
            <a:off x="617896" y="239143"/>
            <a:ext cx="8112000" cy="62664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Assign First Group Moderated Discussion for Next Week</a:t>
            </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a:t>
            </a:r>
            <a:endParaRPr/>
          </a:p>
          <a:p>
            <a:pPr indent="0" lvl="0" marL="0" marR="0" rtl="0" algn="l">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1800">
                <a:solidFill>
                  <a:schemeClr val="dk1"/>
                </a:solidFill>
                <a:latin typeface="Roboto Slab Regular"/>
                <a:ea typeface="Roboto Slab Regular"/>
                <a:cs typeface="Roboto Slab Regular"/>
                <a:sym typeface="Roboto Slab Regular"/>
              </a:rPr>
              <a:t>Meet with the group according to group roster and develop a discussion plan for next week.</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1800">
                <a:solidFill>
                  <a:schemeClr val="dk1"/>
                </a:solidFill>
                <a:latin typeface="Roboto Slab Regular"/>
                <a:ea typeface="Roboto Slab Regular"/>
                <a:cs typeface="Roboto Slab Regular"/>
                <a:sym typeface="Roboto Slab Regular"/>
              </a:rPr>
              <a:t>Discussion plan should be slides and consist of question prompts for the rest of the class to respond to.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1800">
                <a:solidFill>
                  <a:schemeClr val="dk1"/>
                </a:solidFill>
                <a:latin typeface="Roboto Slab Regular"/>
                <a:ea typeface="Roboto Slab Regular"/>
                <a:cs typeface="Roboto Slab Regular"/>
                <a:sym typeface="Roboto Slab Regular"/>
              </a:rPr>
              <a:t>Each participating member’s name must appear on the doc to receive credit.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1800">
                <a:solidFill>
                  <a:schemeClr val="dk1"/>
                </a:solidFill>
                <a:latin typeface="Roboto Slab Regular"/>
                <a:ea typeface="Roboto Slab Regular"/>
                <a:cs typeface="Roboto Slab Regular"/>
                <a:sym typeface="Roboto Slab Regular"/>
              </a:rPr>
              <a:t>Some sample discussion prompts are provided. </a:t>
            </a:r>
            <a:endParaRPr sz="1800">
              <a:solidFill>
                <a:schemeClr val="dk1"/>
              </a:solidFill>
              <a:latin typeface="Roboto Slab Regular"/>
              <a:ea typeface="Roboto Slab Regular"/>
              <a:cs typeface="Roboto Slab Regular"/>
              <a:sym typeface="Roboto Slab Regul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2"/>
          <p:cNvSpPr txBox="1"/>
          <p:nvPr/>
        </p:nvSpPr>
        <p:spPr>
          <a:xfrm>
            <a:off x="401936" y="335591"/>
            <a:ext cx="8328000" cy="8826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3600">
                <a:solidFill>
                  <a:schemeClr val="dk1"/>
                </a:solidFill>
                <a:latin typeface="Impact"/>
                <a:ea typeface="Impact"/>
                <a:cs typeface="Impact"/>
                <a:sym typeface="Impact"/>
              </a:rPr>
              <a:t>References</a:t>
            </a:r>
            <a:endParaRPr sz="3600">
              <a:solidFill>
                <a:schemeClr val="dk1"/>
              </a:solidFill>
              <a:latin typeface="Impact"/>
              <a:ea typeface="Impact"/>
              <a:cs typeface="Impact"/>
              <a:sym typeface="Impact"/>
            </a:endParaRPr>
          </a:p>
          <a:p>
            <a:pPr indent="0" lvl="0" marL="0" marR="0" rtl="0" algn="ctr">
              <a:spcBef>
                <a:spcPts val="0"/>
              </a:spcBef>
              <a:spcAft>
                <a:spcPts val="0"/>
              </a:spcAft>
              <a:buNone/>
            </a:pPr>
            <a:r>
              <a:t/>
            </a:r>
            <a:endParaRPr sz="3600">
              <a:solidFill>
                <a:schemeClr val="dk1"/>
              </a:solidFill>
              <a:latin typeface="Impact"/>
              <a:ea typeface="Impact"/>
              <a:cs typeface="Impact"/>
              <a:sym typeface="Impact"/>
            </a:endParaRPr>
          </a:p>
          <a:p>
            <a:pPr indent="-228600" lvl="0" marL="228600" rtl="0" algn="l">
              <a:lnSpc>
                <a:spcPct val="90000"/>
              </a:lnSpc>
              <a:spcBef>
                <a:spcPts val="0"/>
              </a:spcBef>
              <a:spcAft>
                <a:spcPts val="0"/>
              </a:spcAft>
              <a:buClr>
                <a:schemeClr val="dk1"/>
              </a:buClr>
              <a:buSzPts val="2800"/>
              <a:buChar char="•"/>
            </a:pPr>
            <a:r>
              <a:rPr lang="en-US" sz="2800">
                <a:solidFill>
                  <a:schemeClr val="dk1"/>
                </a:solidFill>
                <a:latin typeface="Calibri"/>
                <a:ea typeface="Calibri"/>
                <a:cs typeface="Calibri"/>
                <a:sym typeface="Calibri"/>
              </a:rPr>
              <a:t>(image) “Interaction Institute for Social Change | Artist: Angus Maguire.” interactioninstitute.org and madewithangus.com.</a:t>
            </a:r>
            <a:endParaRPr sz="2800">
              <a:solidFill>
                <a:schemeClr val="dk1"/>
              </a:solidFill>
              <a:latin typeface="Calibri"/>
              <a:ea typeface="Calibri"/>
              <a:cs typeface="Calibri"/>
              <a:sym typeface="Calibri"/>
            </a:endParaRPr>
          </a:p>
          <a:p>
            <a:pPr indent="-228600" lvl="0" marL="228600" rtl="0" algn="l">
              <a:lnSpc>
                <a:spcPct val="90000"/>
              </a:lnSpc>
              <a:spcBef>
                <a:spcPts val="1000"/>
              </a:spcBef>
              <a:spcAft>
                <a:spcPts val="0"/>
              </a:spcAft>
              <a:buClr>
                <a:schemeClr val="dk1"/>
              </a:buClr>
              <a:buSzPts val="2800"/>
              <a:buChar char="•"/>
            </a:pPr>
            <a:r>
              <a:rPr lang="en-US" sz="2800">
                <a:solidFill>
                  <a:schemeClr val="dk1"/>
                </a:solidFill>
                <a:latin typeface="Calibri"/>
                <a:ea typeface="Calibri"/>
                <a:cs typeface="Calibri"/>
                <a:sym typeface="Calibri"/>
              </a:rPr>
              <a:t>(image) </a:t>
            </a:r>
            <a:r>
              <a:rPr lang="en-US" sz="2800" u="sng">
                <a:solidFill>
                  <a:srgbClr val="0563C1"/>
                </a:solidFill>
                <a:latin typeface="Calibri"/>
                <a:ea typeface="Calibri"/>
                <a:cs typeface="Calibri"/>
                <a:sym typeface="Calibri"/>
                <a:hlinkClick r:id="rId3">
                  <a:extLst>
                    <a:ext uri="{A12FA001-AC4F-418D-AE19-62706E023703}">
                      <ahyp:hlinkClr val="tx"/>
                    </a:ext>
                  </a:extLst>
                </a:hlinkClick>
              </a:rPr>
              <a:t>https://www.nsbe.org/News-Media/Blogs/Karl-Reid/June-2016/STEM-and-Social-Justice.aspx#.XQfysNNKhBw</a:t>
            </a:r>
            <a:endParaRPr sz="2800">
              <a:solidFill>
                <a:schemeClr val="dk1"/>
              </a:solidFill>
              <a:latin typeface="Calibri"/>
              <a:ea typeface="Calibri"/>
              <a:cs typeface="Calibri"/>
              <a:sym typeface="Calibri"/>
            </a:endParaRPr>
          </a:p>
          <a:p>
            <a:pPr indent="-228600" lvl="0" marL="228600" rtl="0" algn="l">
              <a:lnSpc>
                <a:spcPct val="90000"/>
              </a:lnSpc>
              <a:spcBef>
                <a:spcPts val="1000"/>
              </a:spcBef>
              <a:spcAft>
                <a:spcPts val="0"/>
              </a:spcAft>
              <a:buClr>
                <a:schemeClr val="dk1"/>
              </a:buClr>
              <a:buSzPts val="2800"/>
              <a:buChar char="•"/>
            </a:pPr>
            <a:r>
              <a:rPr lang="en-US" sz="2800">
                <a:solidFill>
                  <a:schemeClr val="dk1"/>
                </a:solidFill>
                <a:latin typeface="Calibri"/>
                <a:ea typeface="Calibri"/>
                <a:cs typeface="Calibri"/>
                <a:sym typeface="Calibri"/>
              </a:rPr>
              <a:t>(Farooq n.p.).Apr 14, 2016</a:t>
            </a:r>
            <a:endParaRPr sz="2800">
              <a:solidFill>
                <a:schemeClr val="dk1"/>
              </a:solidFill>
              <a:latin typeface="Calibri"/>
              <a:ea typeface="Calibri"/>
              <a:cs typeface="Calibri"/>
              <a:sym typeface="Calibri"/>
            </a:endParaRPr>
          </a:p>
          <a:p>
            <a:pPr indent="-50800" lvl="0" marL="22860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Faustina"/>
              <a:ea typeface="Faustina"/>
              <a:cs typeface="Faustina"/>
              <a:sym typeface="Faustina"/>
            </a:endParaRPr>
          </a:p>
          <a:p>
            <a:pPr indent="0" lvl="0" marL="0" marR="0" rtl="0" algn="ctr">
              <a:spcBef>
                <a:spcPts val="0"/>
              </a:spcBef>
              <a:spcAft>
                <a:spcPts val="0"/>
              </a:spcAft>
              <a:buNone/>
            </a:pPr>
            <a:r>
              <a:t/>
            </a:r>
            <a:endParaRPr sz="1200">
              <a:solidFill>
                <a:schemeClr val="dk1"/>
              </a:solidFill>
              <a:latin typeface="Impact"/>
              <a:ea typeface="Impact"/>
              <a:cs typeface="Impact"/>
              <a:sym typeface="Impact"/>
            </a:endParaRPr>
          </a:p>
          <a:p>
            <a:pPr indent="0" lvl="0" marL="0" marR="0" rtl="0" algn="ctr">
              <a:spcBef>
                <a:spcPts val="0"/>
              </a:spcBef>
              <a:spcAft>
                <a:spcPts val="0"/>
              </a:spcAft>
              <a:buNone/>
            </a:pPr>
            <a:r>
              <a:t/>
            </a:r>
            <a:endParaRPr sz="1200">
              <a:solidFill>
                <a:schemeClr val="dk1"/>
              </a:solidFill>
              <a:latin typeface="Impact"/>
              <a:ea typeface="Impact"/>
              <a:cs typeface="Impact"/>
              <a:sym typeface="Impact"/>
            </a:endParaRPr>
          </a:p>
          <a:p>
            <a:pPr indent="0" lvl="0" marL="0" marR="0" rtl="0" algn="ctr">
              <a:spcBef>
                <a:spcPts val="0"/>
              </a:spcBef>
              <a:spcAft>
                <a:spcPts val="0"/>
              </a:spcAft>
              <a:buNone/>
            </a:pPr>
            <a:r>
              <a:t/>
            </a:r>
            <a:endParaRPr i="1" sz="1200">
              <a:solidFill>
                <a:srgbClr val="FF0000"/>
              </a:solidFill>
              <a:latin typeface="Cambria"/>
              <a:ea typeface="Cambria"/>
              <a:cs typeface="Cambria"/>
              <a:sym typeface="Cambria"/>
            </a:endParaRPr>
          </a:p>
          <a:p>
            <a:pPr indent="0" lvl="0" marL="0" marR="0" rtl="0" algn="ctr">
              <a:spcBef>
                <a:spcPts val="0"/>
              </a:spcBef>
              <a:spcAft>
                <a:spcPts val="0"/>
              </a:spcAft>
              <a:buNone/>
            </a:pPr>
            <a:r>
              <a:t/>
            </a:r>
            <a:endParaRPr sz="2000">
              <a:solidFill>
                <a:srgbClr val="FF0000"/>
              </a:solidFill>
              <a:latin typeface="Cambria"/>
              <a:ea typeface="Cambria"/>
              <a:cs typeface="Cambria"/>
              <a:sym typeface="Cambria"/>
            </a:endParaRPr>
          </a:p>
          <a:p>
            <a:pPr indent="0" lvl="0" marL="0" marR="0" rtl="0" algn="ctr">
              <a:spcBef>
                <a:spcPts val="0"/>
              </a:spcBef>
              <a:spcAft>
                <a:spcPts val="0"/>
              </a:spcAft>
              <a:buNone/>
            </a:pPr>
            <a:r>
              <a:t/>
            </a:r>
            <a:endParaRPr sz="2000">
              <a:solidFill>
                <a:schemeClr val="dk1"/>
              </a:solidFill>
              <a:latin typeface="Cutive"/>
              <a:ea typeface="Cutive"/>
              <a:cs typeface="Cutive"/>
              <a:sym typeface="Cutive"/>
            </a:endParaRPr>
          </a:p>
          <a:p>
            <a:pPr indent="0" lvl="0" marL="0" marR="0" rtl="0" algn="ctr">
              <a:spcBef>
                <a:spcPts val="0"/>
              </a:spcBef>
              <a:spcAft>
                <a:spcPts val="0"/>
              </a:spcAft>
              <a:buNone/>
            </a:pPr>
            <a:r>
              <a:t/>
            </a:r>
            <a:endParaRPr sz="2000">
              <a:solidFill>
                <a:schemeClr val="dk1"/>
              </a:solidFill>
              <a:latin typeface="Cutive"/>
              <a:ea typeface="Cutive"/>
              <a:cs typeface="Cutive"/>
              <a:sym typeface="Cutive"/>
            </a:endParaRPr>
          </a:p>
          <a:p>
            <a:pPr indent="0" lvl="0" marL="0" marR="0" rtl="0" algn="ctr">
              <a:spcBef>
                <a:spcPts val="0"/>
              </a:spcBef>
              <a:spcAft>
                <a:spcPts val="0"/>
              </a:spcAft>
              <a:buNone/>
            </a:pPr>
            <a:r>
              <a:t/>
            </a:r>
            <a:endParaRPr sz="2000">
              <a:solidFill>
                <a:schemeClr val="dk1"/>
              </a:solidFill>
              <a:latin typeface="Cutive"/>
              <a:ea typeface="Cutive"/>
              <a:cs typeface="Cutive"/>
              <a:sym typeface="Cutive"/>
            </a:endParaRPr>
          </a:p>
          <a:p>
            <a:pPr indent="0" lvl="0" marL="0" marR="0" rtl="0" algn="ctr">
              <a:spcBef>
                <a:spcPts val="0"/>
              </a:spcBef>
              <a:spcAft>
                <a:spcPts val="0"/>
              </a:spcAft>
              <a:buNone/>
            </a:pPr>
            <a:r>
              <a:t/>
            </a:r>
            <a:endParaRPr sz="2000">
              <a:solidFill>
                <a:schemeClr val="dk1"/>
              </a:solidFill>
              <a:latin typeface="Cutive"/>
              <a:ea typeface="Cutive"/>
              <a:cs typeface="Cutive"/>
              <a:sym typeface="Cutive"/>
            </a:endParaRPr>
          </a:p>
          <a:p>
            <a:pPr indent="0" lvl="0" marL="0" marR="0" rtl="0" algn="ctr">
              <a:spcBef>
                <a:spcPts val="0"/>
              </a:spcBef>
              <a:spcAft>
                <a:spcPts val="0"/>
              </a:spcAft>
              <a:buNone/>
            </a:pPr>
            <a:r>
              <a:t/>
            </a:r>
            <a:endParaRPr sz="2000">
              <a:solidFill>
                <a:schemeClr val="dk1"/>
              </a:solidFill>
              <a:latin typeface="Cutive"/>
              <a:ea typeface="Cutive"/>
              <a:cs typeface="Cutive"/>
              <a:sym typeface="Cutive"/>
            </a:endParaRPr>
          </a:p>
          <a:p>
            <a:pPr indent="0" lvl="0" marL="0" marR="0" rtl="0" algn="ctr">
              <a:spcBef>
                <a:spcPts val="0"/>
              </a:spcBef>
              <a:spcAft>
                <a:spcPts val="0"/>
              </a:spcAft>
              <a:buNone/>
            </a:pPr>
            <a:r>
              <a:t/>
            </a:r>
            <a:endParaRPr sz="2000">
              <a:solidFill>
                <a:schemeClr val="dk1"/>
              </a:solidFill>
              <a:latin typeface="Arial"/>
              <a:ea typeface="Arial"/>
              <a:cs typeface="Arial"/>
              <a:sym typeface="Arial"/>
            </a:endParaRPr>
          </a:p>
          <a:p>
            <a:pPr indent="0" lvl="0" marL="0" marR="0" rtl="0" algn="ctr">
              <a:spcBef>
                <a:spcPts val="0"/>
              </a:spcBef>
              <a:spcAft>
                <a:spcPts val="0"/>
              </a:spcAft>
              <a:buNone/>
            </a:pPr>
            <a:r>
              <a:rPr lang="en-US" sz="2400">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nkwell">
  <a:themeElements>
    <a:clrScheme name="Inkwell">
      <a:dk1>
        <a:srgbClr val="000000"/>
      </a:dk1>
      <a:lt1>
        <a:srgbClr val="FFFFFF"/>
      </a:lt1>
      <a:dk2>
        <a:srgbClr val="584D2E"/>
      </a:dk2>
      <a:lt2>
        <a:srgbClr val="EFE7C3"/>
      </a:lt2>
      <a:accent1>
        <a:srgbClr val="860908"/>
      </a:accent1>
      <a:accent2>
        <a:srgbClr val="4A0505"/>
      </a:accent2>
      <a:accent3>
        <a:srgbClr val="7A500A"/>
      </a:accent3>
      <a:accent4>
        <a:srgbClr val="C47810"/>
      </a:accent4>
      <a:accent5>
        <a:srgbClr val="827752"/>
      </a:accent5>
      <a:accent6>
        <a:srgbClr val="B5BB83"/>
      </a:accent6>
      <a:hlink>
        <a:srgbClr val="C47810"/>
      </a:hlink>
      <a:folHlink>
        <a:srgbClr val="F0A43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