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9144000"/>
  <p:notesSz cx="6858000" cy="9144000"/>
  <p:embeddedFontLst>
    <p:embeddedFont>
      <p:font typeface="Roboto Slab"/>
      <p:regular r:id="rId27"/>
      <p:bold r:id="rId28"/>
    </p:embeddedFont>
    <p:embeddedFont>
      <p:font typeface="Palatino Linotype"/>
      <p:regular r:id="rId29"/>
      <p:bold r:id="rId30"/>
      <p:italic r:id="rId31"/>
      <p:boldItalic r:id="rId32"/>
    </p:embeddedFont>
    <p:embeddedFont>
      <p:font typeface="Sorts Mill Goudy"/>
      <p:regular r:id="rId33"/>
      <p:italic r:id="rId34"/>
    </p:embeddedFont>
    <p:embeddedFont>
      <p:font typeface="Cutive"/>
      <p:regular r:id="rId35"/>
    </p:embeddedFont>
    <p:embeddedFont>
      <p:font typeface="Roboto Slab Regular"/>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Slab-bold.fntdata"/><Relationship Id="rId27" Type="http://schemas.openxmlformats.org/officeDocument/2006/relationships/font" Target="fonts/RobotoSlab-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alatinoLinotyp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alatinoLinotype-italic.fntdata"/><Relationship Id="rId30" Type="http://schemas.openxmlformats.org/officeDocument/2006/relationships/font" Target="fonts/PalatinoLinotype-bold.fntdata"/><Relationship Id="rId11" Type="http://schemas.openxmlformats.org/officeDocument/2006/relationships/slide" Target="slides/slide6.xml"/><Relationship Id="rId33" Type="http://schemas.openxmlformats.org/officeDocument/2006/relationships/font" Target="fonts/SortsMillGoudy-regular.fntdata"/><Relationship Id="rId10" Type="http://schemas.openxmlformats.org/officeDocument/2006/relationships/slide" Target="slides/slide5.xml"/><Relationship Id="rId32" Type="http://schemas.openxmlformats.org/officeDocument/2006/relationships/font" Target="fonts/PalatinoLinotype-boldItalic.fntdata"/><Relationship Id="rId13" Type="http://schemas.openxmlformats.org/officeDocument/2006/relationships/slide" Target="slides/slide8.xml"/><Relationship Id="rId35" Type="http://schemas.openxmlformats.org/officeDocument/2006/relationships/font" Target="fonts/Cutive-regular.fntdata"/><Relationship Id="rId12" Type="http://schemas.openxmlformats.org/officeDocument/2006/relationships/slide" Target="slides/slide7.xml"/><Relationship Id="rId34" Type="http://schemas.openxmlformats.org/officeDocument/2006/relationships/font" Target="fonts/SortsMillGoudy-italic.fntdata"/><Relationship Id="rId15" Type="http://schemas.openxmlformats.org/officeDocument/2006/relationships/slide" Target="slides/slide10.xml"/><Relationship Id="rId37" Type="http://schemas.openxmlformats.org/officeDocument/2006/relationships/font" Target="fonts/RobotoSlabRegular-bold.fntdata"/><Relationship Id="rId14" Type="http://schemas.openxmlformats.org/officeDocument/2006/relationships/slide" Target="slides/slide9.xml"/><Relationship Id="rId36" Type="http://schemas.openxmlformats.org/officeDocument/2006/relationships/font" Target="fonts/RobotoSlabRegular-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goal of these next few slides is to assess how well versed students are on this topic. In other words, we need to help them unlearn first.</a:t>
            </a:r>
            <a:endParaRPr/>
          </a:p>
          <a:p>
            <a:pPr indent="0" lvl="0" marL="0" rtl="0" algn="l">
              <a:spcBef>
                <a:spcPts val="0"/>
              </a:spcBef>
              <a:spcAft>
                <a:spcPts val="0"/>
              </a:spcAft>
              <a:buNone/>
            </a:pPr>
            <a:r>
              <a:t/>
            </a:r>
            <a:endParaRPr/>
          </a:p>
        </p:txBody>
      </p:sp>
      <p:sp>
        <p:nvSpPr>
          <p:cNvPr id="180" name="Google Shape;18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7d902dcf49_0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7d902dcf49_0_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7d902dcf49_0_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5f65036b26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5f65036b26_0_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5f65036b26_0_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5f65036b26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5f65036b26_0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5f65036b26_0_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5f65036b26_0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5f65036b26_0_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5f65036b26_0_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5f65036b26_0_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5f65036b26_0_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5f65036b26_0_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5f65036b26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5f65036b26_0_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5f65036b26_0_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5dff691c5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5dff691c5c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5dff691c5c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7d902dcf49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7d902dcf49_0_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7d902dcf49_0_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5fb78c8f5e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5fb78c8f5e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students we’ll go into more detail in the following weeks.</a:t>
            </a:r>
            <a:endParaRPr/>
          </a:p>
        </p:txBody>
      </p:sp>
      <p:sp>
        <p:nvSpPr>
          <p:cNvPr id="235" name="Google Shape;235;g5fb78c8f5e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5fb78c8f5e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5fb78c8f5e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students we’ll go into more detail in the following weeks.</a:t>
            </a:r>
            <a:endParaRPr/>
          </a:p>
        </p:txBody>
      </p:sp>
      <p:sp>
        <p:nvSpPr>
          <p:cNvPr id="241" name="Google Shape;241;g5fb78c8f5e_0_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7d902dcf49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7d902dcf49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students we’ll go into more detail in the following weeks.</a:t>
            </a:r>
            <a:endParaRPr/>
          </a:p>
        </p:txBody>
      </p:sp>
      <p:sp>
        <p:nvSpPr>
          <p:cNvPr id="247" name="Google Shape;247;g7d902dcf49_0_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7d902dcf49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7d902dcf49_0_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students we’ll go into more detail in the following weeks.</a:t>
            </a:r>
            <a:endParaRPr/>
          </a:p>
        </p:txBody>
      </p:sp>
      <p:sp>
        <p:nvSpPr>
          <p:cNvPr id="253" name="Google Shape;253;g7d902dcf49_0_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7d902dcf49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7d902dcf49_0_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students we’ll go into more detail in the following weeks.</a:t>
            </a:r>
            <a:endParaRPr/>
          </a:p>
        </p:txBody>
      </p:sp>
      <p:sp>
        <p:nvSpPr>
          <p:cNvPr id="259" name="Google Shape;259;g7d902dcf49_0_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7d902dcf49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7d902dcf49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students we’ll go into more detail in the following weeks.</a:t>
            </a:r>
            <a:endParaRPr/>
          </a:p>
        </p:txBody>
      </p:sp>
      <p:sp>
        <p:nvSpPr>
          <p:cNvPr id="265" name="Google Shape;265;g7d902dcf49_0_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7d902dcf49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7d902dcf49_0_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students we’ll go into more detail in the following weeks.</a:t>
            </a:r>
            <a:endParaRPr/>
          </a:p>
        </p:txBody>
      </p:sp>
      <p:sp>
        <p:nvSpPr>
          <p:cNvPr id="271" name="Google Shape;271;g7d902dcf49_0_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7d902dcf49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7d902dcf49_0_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students we’ll go into more detail in the following weeks.</a:t>
            </a:r>
            <a:endParaRPr/>
          </a:p>
        </p:txBody>
      </p:sp>
      <p:sp>
        <p:nvSpPr>
          <p:cNvPr id="277" name="Google Shape;277;g7d902dcf49_0_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5f65036b26_0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5f65036b26_0_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students we’ll go into more detail in the following weeks.</a:t>
            </a:r>
            <a:endParaRPr/>
          </a:p>
        </p:txBody>
      </p:sp>
      <p:sp>
        <p:nvSpPr>
          <p:cNvPr id="283" name="Google Shape;283;g5f65036b26_0_1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5dff691c5c_0_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5dff691c5c_0_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5dff691c5c_0_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8e37f6a172_0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8e37f6a172_0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295" name="Google Shape;295;g8e37f6a172_0_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8e37f6a172_0_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8e37f6a172_0_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Statement A is a statement of </a:t>
            </a:r>
            <a:r>
              <a:rPr b="1" lang="en-US"/>
              <a:t>humanist </a:t>
            </a:r>
            <a:r>
              <a:rPr lang="en-US"/>
              <a:t>sentiment by Dean Smith, former head coach of the University of North Carolina, Chapel Hill men’s basketball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B is a statement of </a:t>
            </a:r>
            <a:r>
              <a:rPr b="1" lang="en-US"/>
              <a:t>libertarian</a:t>
            </a:r>
            <a:r>
              <a:rPr lang="en-US"/>
              <a:t> sentiment by Bob Lutz, form automobile executive at GM, Ford, and Chrysler.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C is a statement of </a:t>
            </a:r>
            <a:r>
              <a:rPr b="1" lang="en-US"/>
              <a:t>utilitarian</a:t>
            </a:r>
            <a:r>
              <a:rPr lang="en-US"/>
              <a:t> sentiment by Miriam, </a:t>
            </a:r>
            <a:endParaRPr/>
          </a:p>
        </p:txBody>
      </p:sp>
      <p:sp>
        <p:nvSpPr>
          <p:cNvPr id="301" name="Google Shape;301;g8e37f6a172_0_1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3"/>
          <p:cNvSpPr txBox="1"/>
          <p:nvPr>
            <p:ph type="ctrTitle"/>
          </p:nvPr>
        </p:nvSpPr>
        <p:spPr>
          <a:xfrm>
            <a:off x="2209800" y="3124200"/>
            <a:ext cx="6477000" cy="1914144"/>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sz="4600">
                <a:solidFill>
                  <a:schemeClr val="dk1"/>
                </a:solidFill>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2209800" y="5056634"/>
            <a:ext cx="6477000" cy="1174088"/>
          </a:xfrm>
          <a:prstGeom prst="rect">
            <a:avLst/>
          </a:prstGeom>
          <a:noFill/>
          <a:ln>
            <a:noFill/>
          </a:ln>
        </p:spPr>
        <p:txBody>
          <a:bodyPr anchorCtr="0" anchor="t" bIns="0" lIns="91425" spcFirstLastPara="1" rIns="45700" wrap="square" tIns="0">
            <a:noAutofit/>
          </a:bodyPr>
          <a:lstStyle>
            <a:lvl1pPr lvl="0" algn="l">
              <a:lnSpc>
                <a:spcPct val="118181"/>
              </a:lnSpc>
              <a:spcBef>
                <a:spcPts val="0"/>
              </a:spcBef>
              <a:spcAft>
                <a:spcPts val="0"/>
              </a:spcAft>
              <a:buClr>
                <a:schemeClr val="dk1"/>
              </a:buClr>
              <a:buSzPts val="1980"/>
              <a:buFont typeface="Sorts Mill Goudy"/>
              <a:buNone/>
              <a:defRPr sz="2200">
                <a:solidFill>
                  <a:schemeClr val="dk1"/>
                </a:solidFill>
                <a:latin typeface="Sorts Mill Goudy"/>
                <a:ea typeface="Sorts Mill Goudy"/>
                <a:cs typeface="Sorts Mill Goudy"/>
                <a:sym typeface="Sorts Mill Goudy"/>
              </a:defRPr>
            </a:lvl1pPr>
            <a:lvl2pPr lvl="1" algn="ctr">
              <a:spcBef>
                <a:spcPts val="600"/>
              </a:spcBef>
              <a:spcAft>
                <a:spcPts val="0"/>
              </a:spcAft>
              <a:buClr>
                <a:srgbClr val="888888"/>
              </a:buClr>
              <a:buSzPts val="1980"/>
              <a:buFont typeface="Sorts Mill Goudy"/>
              <a:buNone/>
              <a:defRPr>
                <a:solidFill>
                  <a:srgbClr val="888888"/>
                </a:solidFill>
              </a:defRPr>
            </a:lvl2pPr>
            <a:lvl3pPr lvl="2" algn="ctr">
              <a:spcBef>
                <a:spcPts val="600"/>
              </a:spcBef>
              <a:spcAft>
                <a:spcPts val="0"/>
              </a:spcAft>
              <a:buClr>
                <a:srgbClr val="888888"/>
              </a:buClr>
              <a:buSzPts val="1800"/>
              <a:buFont typeface="Sorts Mill Goudy"/>
              <a:buNone/>
              <a:defRPr>
                <a:solidFill>
                  <a:srgbClr val="888888"/>
                </a:solidFill>
              </a:defRPr>
            </a:lvl3pPr>
            <a:lvl4pPr lvl="3" algn="ctr">
              <a:spcBef>
                <a:spcPts val="600"/>
              </a:spcBef>
              <a:spcAft>
                <a:spcPts val="0"/>
              </a:spcAft>
              <a:buClr>
                <a:srgbClr val="888888"/>
              </a:buClr>
              <a:buSzPts val="1620"/>
              <a:buFont typeface="Sorts Mill Goudy"/>
              <a:buNone/>
              <a:defRPr>
                <a:solidFill>
                  <a:srgbClr val="888888"/>
                </a:solidFill>
              </a:defRPr>
            </a:lvl4pPr>
            <a:lvl5pPr lvl="4" algn="ctr">
              <a:spcBef>
                <a:spcPts val="600"/>
              </a:spcBef>
              <a:spcAft>
                <a:spcPts val="0"/>
              </a:spcAft>
              <a:buClr>
                <a:srgbClr val="888888"/>
              </a:buClr>
              <a:buSzPts val="1620"/>
              <a:buFont typeface="Sorts Mill Goudy"/>
              <a:buNone/>
              <a:defRPr>
                <a:solidFill>
                  <a:srgbClr val="888888"/>
                </a:solidFill>
              </a:defRPr>
            </a:lvl5pPr>
            <a:lvl6pPr lvl="5" algn="ctr">
              <a:spcBef>
                <a:spcPts val="360"/>
              </a:spcBef>
              <a:spcAft>
                <a:spcPts val="0"/>
              </a:spcAft>
              <a:buClr>
                <a:srgbClr val="888888"/>
              </a:buClr>
              <a:buSzPts val="1620"/>
              <a:buFont typeface="Sorts Mill Goudy"/>
              <a:buNone/>
              <a:defRPr>
                <a:solidFill>
                  <a:srgbClr val="888888"/>
                </a:solidFill>
              </a:defRPr>
            </a:lvl6pPr>
            <a:lvl7pPr lvl="6" algn="ctr">
              <a:spcBef>
                <a:spcPts val="360"/>
              </a:spcBef>
              <a:spcAft>
                <a:spcPts val="0"/>
              </a:spcAft>
              <a:buClr>
                <a:srgbClr val="888888"/>
              </a:buClr>
              <a:buSzPts val="1620"/>
              <a:buFont typeface="Sorts Mill Goudy"/>
              <a:buNone/>
              <a:defRPr>
                <a:solidFill>
                  <a:srgbClr val="888888"/>
                </a:solidFill>
              </a:defRPr>
            </a:lvl7pPr>
            <a:lvl8pPr lvl="7" algn="ctr">
              <a:spcBef>
                <a:spcPts val="360"/>
              </a:spcBef>
              <a:spcAft>
                <a:spcPts val="0"/>
              </a:spcAft>
              <a:buClr>
                <a:srgbClr val="888888"/>
              </a:buClr>
              <a:buSzPts val="1620"/>
              <a:buFont typeface="Sorts Mill Goudy"/>
              <a:buNone/>
              <a:defRPr>
                <a:solidFill>
                  <a:srgbClr val="888888"/>
                </a:solidFill>
              </a:defRPr>
            </a:lvl8pPr>
            <a:lvl9pPr lvl="8" algn="ctr">
              <a:spcBef>
                <a:spcPts val="360"/>
              </a:spcBef>
              <a:spcAft>
                <a:spcPts val="0"/>
              </a:spcAft>
              <a:buClr>
                <a:srgbClr val="888888"/>
              </a:buClr>
              <a:buSzPts val="1620"/>
              <a:buFont typeface="Sorts Mill Goudy"/>
              <a:buNone/>
              <a:defRPr>
                <a:solidFill>
                  <a:srgbClr val="888888"/>
                </a:solidFill>
              </a:defRPr>
            </a:lvl9pPr>
          </a:lstStyle>
          <a:p/>
        </p:txBody>
      </p:sp>
      <p:sp>
        <p:nvSpPr>
          <p:cNvPr id="22" name="Google Shape;22;p3"/>
          <p:cNvSpPr txBox="1"/>
          <p:nvPr>
            <p:ph idx="10" type="dt"/>
          </p:nvPr>
        </p:nvSpPr>
        <p:spPr>
          <a:xfrm>
            <a:off x="457200" y="6300216"/>
            <a:ext cx="1984248"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dk1"/>
                </a:solidFill>
                <a:latin typeface="Rockwell"/>
                <a:ea typeface="Rockwell"/>
                <a:cs typeface="Rockwell"/>
                <a:sym typeface="Rockwe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959352" y="6300216"/>
            <a:ext cx="3813048"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dk1"/>
                </a:solidFill>
                <a:latin typeface="Rockwell"/>
                <a:ea typeface="Rockwell"/>
                <a:cs typeface="Rockwell"/>
                <a:sym typeface="Rockwe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8275320" y="6300216"/>
            <a:ext cx="6858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dk1"/>
                </a:solidFill>
                <a:latin typeface="Rockwell"/>
                <a:ea typeface="Rockwell"/>
                <a:cs typeface="Rockwell"/>
                <a:sym typeface="Rockwell"/>
              </a:defRPr>
            </a:lvl1pPr>
            <a:lvl2pPr indent="0" lvl="1" marL="0" algn="r">
              <a:spcBef>
                <a:spcPts val="0"/>
              </a:spcBef>
              <a:buNone/>
              <a:defRPr b="0" i="0" sz="1100" u="none" cap="none" strike="noStrike">
                <a:solidFill>
                  <a:schemeClr val="dk1"/>
                </a:solidFill>
                <a:latin typeface="Rockwell"/>
                <a:ea typeface="Rockwell"/>
                <a:cs typeface="Rockwell"/>
                <a:sym typeface="Rockwell"/>
              </a:defRPr>
            </a:lvl2pPr>
            <a:lvl3pPr indent="0" lvl="2" marL="0" algn="r">
              <a:spcBef>
                <a:spcPts val="0"/>
              </a:spcBef>
              <a:buNone/>
              <a:defRPr b="0" i="0" sz="1100" u="none" cap="none" strike="noStrike">
                <a:solidFill>
                  <a:schemeClr val="dk1"/>
                </a:solidFill>
                <a:latin typeface="Rockwell"/>
                <a:ea typeface="Rockwell"/>
                <a:cs typeface="Rockwell"/>
                <a:sym typeface="Rockwell"/>
              </a:defRPr>
            </a:lvl3pPr>
            <a:lvl4pPr indent="0" lvl="3" marL="0" algn="r">
              <a:spcBef>
                <a:spcPts val="0"/>
              </a:spcBef>
              <a:buNone/>
              <a:defRPr b="0" i="0" sz="1100" u="none" cap="none" strike="noStrike">
                <a:solidFill>
                  <a:schemeClr val="dk1"/>
                </a:solidFill>
                <a:latin typeface="Rockwell"/>
                <a:ea typeface="Rockwell"/>
                <a:cs typeface="Rockwell"/>
                <a:sym typeface="Rockwell"/>
              </a:defRPr>
            </a:lvl4pPr>
            <a:lvl5pPr indent="0" lvl="4" marL="0" algn="r">
              <a:spcBef>
                <a:spcPts val="0"/>
              </a:spcBef>
              <a:buNone/>
              <a:defRPr b="0" i="0" sz="1100" u="none" cap="none" strike="noStrike">
                <a:solidFill>
                  <a:schemeClr val="dk1"/>
                </a:solidFill>
                <a:latin typeface="Rockwell"/>
                <a:ea typeface="Rockwell"/>
                <a:cs typeface="Rockwell"/>
                <a:sym typeface="Rockwell"/>
              </a:defRPr>
            </a:lvl5pPr>
            <a:lvl6pPr indent="0" lvl="5" marL="0" algn="r">
              <a:spcBef>
                <a:spcPts val="0"/>
              </a:spcBef>
              <a:buNone/>
              <a:defRPr b="0" i="0" sz="1100" u="none" cap="none" strike="noStrike">
                <a:solidFill>
                  <a:schemeClr val="dk1"/>
                </a:solidFill>
                <a:latin typeface="Rockwell"/>
                <a:ea typeface="Rockwell"/>
                <a:cs typeface="Rockwell"/>
                <a:sym typeface="Rockwell"/>
              </a:defRPr>
            </a:lvl6pPr>
            <a:lvl7pPr indent="0" lvl="6" marL="0" algn="r">
              <a:spcBef>
                <a:spcPts val="0"/>
              </a:spcBef>
              <a:buNone/>
              <a:defRPr b="0" i="0" sz="1100" u="none" cap="none" strike="noStrike">
                <a:solidFill>
                  <a:schemeClr val="dk1"/>
                </a:solidFill>
                <a:latin typeface="Rockwell"/>
                <a:ea typeface="Rockwell"/>
                <a:cs typeface="Rockwell"/>
                <a:sym typeface="Rockwell"/>
              </a:defRPr>
            </a:lvl7pPr>
            <a:lvl8pPr indent="0" lvl="7" marL="0" algn="r">
              <a:spcBef>
                <a:spcPts val="0"/>
              </a:spcBef>
              <a:buNone/>
              <a:defRPr b="0" i="0" sz="1100" u="none" cap="none" strike="noStrike">
                <a:solidFill>
                  <a:schemeClr val="dk1"/>
                </a:solidFill>
                <a:latin typeface="Rockwell"/>
                <a:ea typeface="Rockwell"/>
                <a:cs typeface="Rockwell"/>
                <a:sym typeface="Rockwell"/>
              </a:defRPr>
            </a:lvl8pPr>
            <a:lvl9pPr indent="0" lvl="8" marL="0" algn="r">
              <a:spcBef>
                <a:spcPts val="0"/>
              </a:spcBef>
              <a:buNone/>
              <a:defRPr b="0" i="0" sz="1100" u="none" cap="none" strike="noStrike">
                <a:solidFill>
                  <a:schemeClr val="dk1"/>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914404" y="1735138"/>
            <a:ext cx="7313613" cy="4056062"/>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Clr>
                <a:schemeClr val="dk1"/>
              </a:buClr>
              <a:buSzPts val="1620"/>
              <a:buChar char="•"/>
              <a:defRPr/>
            </a:lvl1pPr>
            <a:lvl2pPr indent="-331469" lvl="1" marL="914400" algn="l">
              <a:spcBef>
                <a:spcPts val="600"/>
              </a:spcBef>
              <a:spcAft>
                <a:spcPts val="0"/>
              </a:spcAft>
              <a:buClr>
                <a:schemeClr val="dk1"/>
              </a:buClr>
              <a:buSzPts val="1620"/>
              <a:buChar char="•"/>
              <a:defRPr/>
            </a:lvl2pPr>
            <a:lvl3pPr indent="-331469" lvl="2" marL="1371600" algn="l">
              <a:spcBef>
                <a:spcPts val="600"/>
              </a:spcBef>
              <a:spcAft>
                <a:spcPts val="0"/>
              </a:spcAft>
              <a:buClr>
                <a:schemeClr val="dk1"/>
              </a:buClr>
              <a:buSzPts val="1620"/>
              <a:buChar char="•"/>
              <a:defRPr/>
            </a:lvl3pPr>
            <a:lvl4pPr indent="-331469" lvl="3" marL="1828800" algn="l">
              <a:spcBef>
                <a:spcPts val="600"/>
              </a:spcBef>
              <a:spcAft>
                <a:spcPts val="0"/>
              </a:spcAft>
              <a:buClr>
                <a:schemeClr val="dk1"/>
              </a:buClr>
              <a:buSzPts val="1620"/>
              <a:buChar char="•"/>
              <a:defRPr/>
            </a:lvl4pPr>
            <a:lvl5pPr indent="-331470" lvl="4" marL="2286000" algn="l">
              <a:spcBef>
                <a:spcPts val="600"/>
              </a:spcBef>
              <a:spcAft>
                <a:spcPts val="0"/>
              </a:spcAft>
              <a:buClr>
                <a:schemeClr val="dk1"/>
              </a:buClr>
              <a:buSzPts val="1620"/>
              <a:buFont typeface="Sorts Mill Goudy"/>
              <a:buChar char="•"/>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28" name="Google Shape;28;p4"/>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Watermark">
  <p:cSld name="Title Slide with Watermark">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5"/>
          <p:cNvSpPr txBox="1"/>
          <p:nvPr>
            <p:ph idx="1" type="body"/>
          </p:nvPr>
        </p:nvSpPr>
        <p:spPr>
          <a:xfrm>
            <a:off x="1122215" y="3200400"/>
            <a:ext cx="8021782" cy="2209800"/>
          </a:xfrm>
          <a:prstGeom prst="rect">
            <a:avLst/>
          </a:prstGeom>
          <a:noFill/>
          <a:ln>
            <a:noFill/>
          </a:ln>
        </p:spPr>
        <p:txBody>
          <a:bodyPr anchorCtr="0" anchor="ctr" bIns="0" lIns="0" spcFirstLastPara="1" rIns="0" wrap="square" tIns="0">
            <a:noAutofit/>
          </a:bodyPr>
          <a:lstStyle>
            <a:lvl1pPr indent="-228600" lvl="0" marL="4572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1pPr>
            <a:lvl2pPr indent="-228600" lvl="1" marL="9144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2pPr>
            <a:lvl3pPr indent="-228600" lvl="2" marL="13716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3pPr>
            <a:lvl4pPr indent="-228600" lvl="3" marL="18288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4pPr>
            <a:lvl5pPr indent="-228600" lvl="4" marL="22860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33" name="Google Shape;33;p5"/>
          <p:cNvSpPr txBox="1"/>
          <p:nvPr>
            <p:ph type="ctrTitle"/>
          </p:nvPr>
        </p:nvSpPr>
        <p:spPr>
          <a:xfrm>
            <a:off x="3960813" y="3833097"/>
            <a:ext cx="4724400" cy="1209964"/>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sz="4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2" type="subTitle"/>
          </p:nvPr>
        </p:nvSpPr>
        <p:spPr>
          <a:xfrm>
            <a:off x="3960813" y="5056909"/>
            <a:ext cx="4724400" cy="1156586"/>
          </a:xfrm>
          <a:prstGeom prst="rect">
            <a:avLst/>
          </a:prstGeom>
          <a:noFill/>
          <a:ln>
            <a:noFill/>
          </a:ln>
        </p:spPr>
        <p:txBody>
          <a:bodyPr anchorCtr="0" anchor="t" bIns="0" lIns="91425" spcFirstLastPara="1" rIns="45700" wrap="square" tIns="0">
            <a:noAutofit/>
          </a:bodyPr>
          <a:lstStyle>
            <a:lvl1pPr lvl="0" algn="l">
              <a:lnSpc>
                <a:spcPct val="118181"/>
              </a:lnSpc>
              <a:spcBef>
                <a:spcPts val="0"/>
              </a:spcBef>
              <a:spcAft>
                <a:spcPts val="0"/>
              </a:spcAft>
              <a:buClr>
                <a:schemeClr val="dk1"/>
              </a:buClr>
              <a:buSzPts val="1980"/>
              <a:buFont typeface="Sorts Mill Goudy"/>
              <a:buNone/>
              <a:defRPr sz="2200">
                <a:solidFill>
                  <a:schemeClr val="dk1"/>
                </a:solidFill>
              </a:defRPr>
            </a:lvl1pPr>
            <a:lvl2pPr lvl="1" algn="ctr">
              <a:spcBef>
                <a:spcPts val="600"/>
              </a:spcBef>
              <a:spcAft>
                <a:spcPts val="0"/>
              </a:spcAft>
              <a:buClr>
                <a:srgbClr val="888888"/>
              </a:buClr>
              <a:buSzPts val="1980"/>
              <a:buFont typeface="Sorts Mill Goudy"/>
              <a:buNone/>
              <a:defRPr>
                <a:solidFill>
                  <a:srgbClr val="888888"/>
                </a:solidFill>
              </a:defRPr>
            </a:lvl2pPr>
            <a:lvl3pPr lvl="2" algn="ctr">
              <a:spcBef>
                <a:spcPts val="600"/>
              </a:spcBef>
              <a:spcAft>
                <a:spcPts val="0"/>
              </a:spcAft>
              <a:buClr>
                <a:srgbClr val="888888"/>
              </a:buClr>
              <a:buSzPts val="1800"/>
              <a:buFont typeface="Sorts Mill Goudy"/>
              <a:buNone/>
              <a:defRPr>
                <a:solidFill>
                  <a:srgbClr val="888888"/>
                </a:solidFill>
              </a:defRPr>
            </a:lvl3pPr>
            <a:lvl4pPr lvl="3" algn="ctr">
              <a:spcBef>
                <a:spcPts val="600"/>
              </a:spcBef>
              <a:spcAft>
                <a:spcPts val="0"/>
              </a:spcAft>
              <a:buClr>
                <a:srgbClr val="888888"/>
              </a:buClr>
              <a:buSzPts val="1620"/>
              <a:buFont typeface="Sorts Mill Goudy"/>
              <a:buNone/>
              <a:defRPr>
                <a:solidFill>
                  <a:srgbClr val="888888"/>
                </a:solidFill>
              </a:defRPr>
            </a:lvl4pPr>
            <a:lvl5pPr lvl="4" algn="ctr">
              <a:spcBef>
                <a:spcPts val="600"/>
              </a:spcBef>
              <a:spcAft>
                <a:spcPts val="0"/>
              </a:spcAft>
              <a:buClr>
                <a:srgbClr val="888888"/>
              </a:buClr>
              <a:buSzPts val="1620"/>
              <a:buFont typeface="Sorts Mill Goudy"/>
              <a:buNone/>
              <a:defRPr>
                <a:solidFill>
                  <a:srgbClr val="888888"/>
                </a:solidFill>
              </a:defRPr>
            </a:lvl5pPr>
            <a:lvl6pPr lvl="5" algn="ctr">
              <a:spcBef>
                <a:spcPts val="360"/>
              </a:spcBef>
              <a:spcAft>
                <a:spcPts val="0"/>
              </a:spcAft>
              <a:buClr>
                <a:srgbClr val="888888"/>
              </a:buClr>
              <a:buSzPts val="1620"/>
              <a:buFont typeface="Sorts Mill Goudy"/>
              <a:buNone/>
              <a:defRPr>
                <a:solidFill>
                  <a:srgbClr val="888888"/>
                </a:solidFill>
              </a:defRPr>
            </a:lvl6pPr>
            <a:lvl7pPr lvl="6" algn="ctr">
              <a:spcBef>
                <a:spcPts val="360"/>
              </a:spcBef>
              <a:spcAft>
                <a:spcPts val="0"/>
              </a:spcAft>
              <a:buClr>
                <a:srgbClr val="888888"/>
              </a:buClr>
              <a:buSzPts val="1620"/>
              <a:buFont typeface="Sorts Mill Goudy"/>
              <a:buNone/>
              <a:defRPr>
                <a:solidFill>
                  <a:srgbClr val="888888"/>
                </a:solidFill>
              </a:defRPr>
            </a:lvl7pPr>
            <a:lvl8pPr lvl="7" algn="ctr">
              <a:spcBef>
                <a:spcPts val="360"/>
              </a:spcBef>
              <a:spcAft>
                <a:spcPts val="0"/>
              </a:spcAft>
              <a:buClr>
                <a:srgbClr val="888888"/>
              </a:buClr>
              <a:buSzPts val="1620"/>
              <a:buFont typeface="Sorts Mill Goudy"/>
              <a:buNone/>
              <a:defRPr>
                <a:solidFill>
                  <a:srgbClr val="888888"/>
                </a:solidFill>
              </a:defRPr>
            </a:lvl8pPr>
            <a:lvl9pPr lvl="8" algn="ctr">
              <a:spcBef>
                <a:spcPts val="360"/>
              </a:spcBef>
              <a:spcAft>
                <a:spcPts val="0"/>
              </a:spcAft>
              <a:buClr>
                <a:srgbClr val="888888"/>
              </a:buClr>
              <a:buSzPts val="1620"/>
              <a:buFont typeface="Sorts Mill Goudy"/>
              <a:buNone/>
              <a:defRPr>
                <a:solidFill>
                  <a:srgbClr val="888888"/>
                </a:solidFill>
              </a:defRPr>
            </a:lvl9pPr>
          </a:lstStyle>
          <a:p/>
        </p:txBody>
      </p:sp>
      <p:sp>
        <p:nvSpPr>
          <p:cNvPr id="35" name="Google Shape;35;p5"/>
          <p:cNvSpPr txBox="1"/>
          <p:nvPr>
            <p:ph idx="10" type="dt"/>
          </p:nvPr>
        </p:nvSpPr>
        <p:spPr>
          <a:xfrm>
            <a:off x="457200" y="6298744"/>
            <a:ext cx="1981200" cy="273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latin typeface="Rockwell"/>
                <a:ea typeface="Rockwell"/>
                <a:cs typeface="Rockwell"/>
                <a:sym typeface="Rockwe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3962400" y="6298744"/>
            <a:ext cx="3810000" cy="273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264856" y="6312392"/>
            <a:ext cx="685800" cy="26509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dk1"/>
                </a:solidFill>
                <a:latin typeface="Rockwell"/>
                <a:ea typeface="Rockwell"/>
                <a:cs typeface="Rockwell"/>
                <a:sym typeface="Rockwell"/>
              </a:defRPr>
            </a:lvl1pPr>
            <a:lvl2pPr indent="0" lvl="1" marL="0" algn="r">
              <a:spcBef>
                <a:spcPts val="0"/>
              </a:spcBef>
              <a:buNone/>
              <a:defRPr b="0" i="0" sz="1100" u="none" cap="none" strike="noStrike">
                <a:solidFill>
                  <a:schemeClr val="dk1"/>
                </a:solidFill>
                <a:latin typeface="Rockwell"/>
                <a:ea typeface="Rockwell"/>
                <a:cs typeface="Rockwell"/>
                <a:sym typeface="Rockwell"/>
              </a:defRPr>
            </a:lvl2pPr>
            <a:lvl3pPr indent="0" lvl="2" marL="0" algn="r">
              <a:spcBef>
                <a:spcPts val="0"/>
              </a:spcBef>
              <a:buNone/>
              <a:defRPr b="0" i="0" sz="1100" u="none" cap="none" strike="noStrike">
                <a:solidFill>
                  <a:schemeClr val="dk1"/>
                </a:solidFill>
                <a:latin typeface="Rockwell"/>
                <a:ea typeface="Rockwell"/>
                <a:cs typeface="Rockwell"/>
                <a:sym typeface="Rockwell"/>
              </a:defRPr>
            </a:lvl3pPr>
            <a:lvl4pPr indent="0" lvl="3" marL="0" algn="r">
              <a:spcBef>
                <a:spcPts val="0"/>
              </a:spcBef>
              <a:buNone/>
              <a:defRPr b="0" i="0" sz="1100" u="none" cap="none" strike="noStrike">
                <a:solidFill>
                  <a:schemeClr val="dk1"/>
                </a:solidFill>
                <a:latin typeface="Rockwell"/>
                <a:ea typeface="Rockwell"/>
                <a:cs typeface="Rockwell"/>
                <a:sym typeface="Rockwell"/>
              </a:defRPr>
            </a:lvl4pPr>
            <a:lvl5pPr indent="0" lvl="4" marL="0" algn="r">
              <a:spcBef>
                <a:spcPts val="0"/>
              </a:spcBef>
              <a:buNone/>
              <a:defRPr b="0" i="0" sz="1100" u="none" cap="none" strike="noStrike">
                <a:solidFill>
                  <a:schemeClr val="dk1"/>
                </a:solidFill>
                <a:latin typeface="Rockwell"/>
                <a:ea typeface="Rockwell"/>
                <a:cs typeface="Rockwell"/>
                <a:sym typeface="Rockwell"/>
              </a:defRPr>
            </a:lvl5pPr>
            <a:lvl6pPr indent="0" lvl="5" marL="0" algn="r">
              <a:spcBef>
                <a:spcPts val="0"/>
              </a:spcBef>
              <a:buNone/>
              <a:defRPr b="0" i="0" sz="1100" u="none" cap="none" strike="noStrike">
                <a:solidFill>
                  <a:schemeClr val="dk1"/>
                </a:solidFill>
                <a:latin typeface="Rockwell"/>
                <a:ea typeface="Rockwell"/>
                <a:cs typeface="Rockwell"/>
                <a:sym typeface="Rockwell"/>
              </a:defRPr>
            </a:lvl6pPr>
            <a:lvl7pPr indent="0" lvl="6" marL="0" algn="r">
              <a:spcBef>
                <a:spcPts val="0"/>
              </a:spcBef>
              <a:buNone/>
              <a:defRPr b="0" i="0" sz="1100" u="none" cap="none" strike="noStrike">
                <a:solidFill>
                  <a:schemeClr val="dk1"/>
                </a:solidFill>
                <a:latin typeface="Rockwell"/>
                <a:ea typeface="Rockwell"/>
                <a:cs typeface="Rockwell"/>
                <a:sym typeface="Rockwell"/>
              </a:defRPr>
            </a:lvl7pPr>
            <a:lvl8pPr indent="0" lvl="7" marL="0" algn="r">
              <a:spcBef>
                <a:spcPts val="0"/>
              </a:spcBef>
              <a:buNone/>
              <a:defRPr b="0" i="0" sz="1100" u="none" cap="none" strike="noStrike">
                <a:solidFill>
                  <a:schemeClr val="dk1"/>
                </a:solidFill>
                <a:latin typeface="Rockwell"/>
                <a:ea typeface="Rockwell"/>
                <a:cs typeface="Rockwell"/>
                <a:sym typeface="Rockwell"/>
              </a:defRPr>
            </a:lvl8pPr>
            <a:lvl9pPr indent="0" lvl="8" marL="0" algn="r">
              <a:spcBef>
                <a:spcPts val="0"/>
              </a:spcBef>
              <a:buNone/>
              <a:defRPr b="0" i="0" sz="1100" u="none" cap="none" strike="noStrike">
                <a:solidFill>
                  <a:schemeClr val="dk1"/>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6"/>
          <p:cNvSpPr txBox="1"/>
          <p:nvPr>
            <p:ph type="title"/>
          </p:nvPr>
        </p:nvSpPr>
        <p:spPr>
          <a:xfrm>
            <a:off x="457200" y="2194560"/>
            <a:ext cx="7772400" cy="1362076"/>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b="1" sz="4600" cap="none">
                <a:solidFill>
                  <a:schemeClr val="dk1"/>
                </a:solidFill>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457200" y="3557016"/>
            <a:ext cx="7772400" cy="987552"/>
          </a:xfrm>
          <a:prstGeom prst="rect">
            <a:avLst/>
          </a:prstGeom>
          <a:noFill/>
          <a:ln>
            <a:noFill/>
          </a:ln>
        </p:spPr>
        <p:txBody>
          <a:bodyPr anchorCtr="0" anchor="t" bIns="0" lIns="91425" spcFirstLastPara="1" rIns="45700" wrap="square" tIns="0">
            <a:noAutofit/>
          </a:bodyPr>
          <a:lstStyle>
            <a:lvl1pPr indent="-228600" lvl="0" marL="457200" algn="l">
              <a:spcBef>
                <a:spcPts val="0"/>
              </a:spcBef>
              <a:spcAft>
                <a:spcPts val="0"/>
              </a:spcAft>
              <a:buClr>
                <a:schemeClr val="dk1"/>
              </a:buClr>
              <a:buSzPts val="1980"/>
              <a:buFont typeface="Sorts Mill Goudy"/>
              <a:buNone/>
              <a:defRPr sz="2200">
                <a:solidFill>
                  <a:schemeClr val="dk1"/>
                </a:solidFill>
                <a:latin typeface="Sorts Mill Goudy"/>
                <a:ea typeface="Sorts Mill Goudy"/>
                <a:cs typeface="Sorts Mill Goudy"/>
                <a:sym typeface="Sorts Mill Goudy"/>
              </a:defRPr>
            </a:lvl1pPr>
            <a:lvl2pPr indent="-228600" lvl="1" marL="914400" algn="l">
              <a:spcBef>
                <a:spcPts val="600"/>
              </a:spcBef>
              <a:spcAft>
                <a:spcPts val="0"/>
              </a:spcAft>
              <a:buClr>
                <a:srgbClr val="888888"/>
              </a:buClr>
              <a:buSzPts val="1620"/>
              <a:buFont typeface="Sorts Mill Goudy"/>
              <a:buNone/>
              <a:defRPr sz="1800">
                <a:solidFill>
                  <a:srgbClr val="888888"/>
                </a:solidFill>
              </a:defRPr>
            </a:lvl2pPr>
            <a:lvl3pPr indent="-228600" lvl="2" marL="1371600" algn="l">
              <a:spcBef>
                <a:spcPts val="600"/>
              </a:spcBef>
              <a:spcAft>
                <a:spcPts val="0"/>
              </a:spcAft>
              <a:buClr>
                <a:srgbClr val="888888"/>
              </a:buClr>
              <a:buSzPts val="1440"/>
              <a:buFont typeface="Sorts Mill Goudy"/>
              <a:buNone/>
              <a:defRPr sz="1600">
                <a:solidFill>
                  <a:srgbClr val="888888"/>
                </a:solidFill>
              </a:defRPr>
            </a:lvl3pPr>
            <a:lvl4pPr indent="-228600" lvl="3" marL="1828800" algn="l">
              <a:spcBef>
                <a:spcPts val="600"/>
              </a:spcBef>
              <a:spcAft>
                <a:spcPts val="0"/>
              </a:spcAft>
              <a:buClr>
                <a:srgbClr val="888888"/>
              </a:buClr>
              <a:buSzPts val="1260"/>
              <a:buFont typeface="Sorts Mill Goudy"/>
              <a:buNone/>
              <a:defRPr sz="1400">
                <a:solidFill>
                  <a:srgbClr val="888888"/>
                </a:solidFill>
              </a:defRPr>
            </a:lvl4pPr>
            <a:lvl5pPr indent="-228600" lvl="4" marL="2286000" algn="l">
              <a:spcBef>
                <a:spcPts val="600"/>
              </a:spcBef>
              <a:spcAft>
                <a:spcPts val="0"/>
              </a:spcAft>
              <a:buClr>
                <a:srgbClr val="888888"/>
              </a:buClr>
              <a:buSzPts val="1260"/>
              <a:buFont typeface="Sorts Mill Goudy"/>
              <a:buNone/>
              <a:defRPr sz="1400">
                <a:solidFill>
                  <a:srgbClr val="888888"/>
                </a:solidFill>
              </a:defRPr>
            </a:lvl5pPr>
            <a:lvl6pPr indent="-228600" lvl="5" marL="2743200" algn="l">
              <a:spcBef>
                <a:spcPts val="280"/>
              </a:spcBef>
              <a:spcAft>
                <a:spcPts val="0"/>
              </a:spcAft>
              <a:buClr>
                <a:srgbClr val="888888"/>
              </a:buClr>
              <a:buSzPts val="1260"/>
              <a:buFont typeface="Sorts Mill Goudy"/>
              <a:buNone/>
              <a:defRPr sz="1400">
                <a:solidFill>
                  <a:srgbClr val="888888"/>
                </a:solidFill>
              </a:defRPr>
            </a:lvl6pPr>
            <a:lvl7pPr indent="-228600" lvl="6" marL="3200400" algn="l">
              <a:spcBef>
                <a:spcPts val="280"/>
              </a:spcBef>
              <a:spcAft>
                <a:spcPts val="0"/>
              </a:spcAft>
              <a:buClr>
                <a:srgbClr val="888888"/>
              </a:buClr>
              <a:buSzPts val="1260"/>
              <a:buFont typeface="Sorts Mill Goudy"/>
              <a:buNone/>
              <a:defRPr sz="1400">
                <a:solidFill>
                  <a:srgbClr val="888888"/>
                </a:solidFill>
              </a:defRPr>
            </a:lvl7pPr>
            <a:lvl8pPr indent="-228600" lvl="7" marL="3657600" algn="l">
              <a:spcBef>
                <a:spcPts val="280"/>
              </a:spcBef>
              <a:spcAft>
                <a:spcPts val="0"/>
              </a:spcAft>
              <a:buClr>
                <a:srgbClr val="888888"/>
              </a:buClr>
              <a:buSzPts val="1260"/>
              <a:buFont typeface="Sorts Mill Goudy"/>
              <a:buNone/>
              <a:defRPr sz="1400">
                <a:solidFill>
                  <a:srgbClr val="888888"/>
                </a:solidFill>
              </a:defRPr>
            </a:lvl8pPr>
            <a:lvl9pPr indent="-228600" lvl="8" marL="4114800" algn="l">
              <a:spcBef>
                <a:spcPts val="280"/>
              </a:spcBef>
              <a:spcAft>
                <a:spcPts val="0"/>
              </a:spcAft>
              <a:buClr>
                <a:srgbClr val="888888"/>
              </a:buClr>
              <a:buSzPts val="1260"/>
              <a:buFont typeface="Sorts Mill Goudy"/>
              <a:buNone/>
              <a:defRPr sz="1400">
                <a:solidFill>
                  <a:srgbClr val="888888"/>
                </a:solidFill>
              </a:defRPr>
            </a:lvl9pPr>
          </a:lstStyle>
          <a:p/>
        </p:txBody>
      </p:sp>
      <p:sp>
        <p:nvSpPr>
          <p:cNvPr id="41" name="Google Shape;41;p6"/>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Watermark">
  <p:cSld name="Section with Watermark">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7"/>
          <p:cNvSpPr txBox="1"/>
          <p:nvPr>
            <p:ph idx="1" type="body"/>
          </p:nvPr>
        </p:nvSpPr>
        <p:spPr>
          <a:xfrm>
            <a:off x="712697" y="1689847"/>
            <a:ext cx="8431303" cy="2209800"/>
          </a:xfrm>
          <a:prstGeom prst="rect">
            <a:avLst/>
          </a:prstGeom>
          <a:noFill/>
          <a:ln>
            <a:noFill/>
          </a:ln>
        </p:spPr>
        <p:txBody>
          <a:bodyPr anchorCtr="0" anchor="ctr" bIns="0" lIns="0" spcFirstLastPara="1" rIns="0" wrap="square" tIns="0">
            <a:noAutofit/>
          </a:bodyPr>
          <a:lstStyle>
            <a:lvl1pPr indent="-228600" lvl="0" marL="4572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1pPr>
            <a:lvl2pPr indent="-228600" lvl="1" marL="9144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2pPr>
            <a:lvl3pPr indent="-228600" lvl="2" marL="13716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3pPr>
            <a:lvl4pPr indent="-228600" lvl="3" marL="18288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4pPr>
            <a:lvl5pPr indent="-228600" lvl="4" marL="22860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46" name="Google Shape;46;p7"/>
          <p:cNvSpPr txBox="1"/>
          <p:nvPr>
            <p:ph type="title"/>
          </p:nvPr>
        </p:nvSpPr>
        <p:spPr>
          <a:xfrm>
            <a:off x="457201" y="2196353"/>
            <a:ext cx="5334000" cy="1362076"/>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b="1" sz="4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2" type="body"/>
          </p:nvPr>
        </p:nvSpPr>
        <p:spPr>
          <a:xfrm>
            <a:off x="457200" y="3560620"/>
            <a:ext cx="5334000" cy="983087"/>
          </a:xfrm>
          <a:prstGeom prst="rect">
            <a:avLst/>
          </a:prstGeom>
          <a:noFill/>
          <a:ln>
            <a:noFill/>
          </a:ln>
        </p:spPr>
        <p:txBody>
          <a:bodyPr anchorCtr="0" anchor="t" bIns="0" lIns="91425" spcFirstLastPara="1" rIns="45700" wrap="square" tIns="0">
            <a:noAutofit/>
          </a:bodyPr>
          <a:lstStyle>
            <a:lvl1pPr indent="-228600" lvl="0" marL="457200" algn="l">
              <a:spcBef>
                <a:spcPts val="0"/>
              </a:spcBef>
              <a:spcAft>
                <a:spcPts val="0"/>
              </a:spcAft>
              <a:buClr>
                <a:schemeClr val="dk1"/>
              </a:buClr>
              <a:buSzPts val="1980"/>
              <a:buFont typeface="Sorts Mill Goudy"/>
              <a:buNone/>
              <a:defRPr sz="2200">
                <a:solidFill>
                  <a:schemeClr val="dk1"/>
                </a:solidFill>
              </a:defRPr>
            </a:lvl1pPr>
            <a:lvl2pPr indent="-228600" lvl="1" marL="914400" algn="l">
              <a:spcBef>
                <a:spcPts val="600"/>
              </a:spcBef>
              <a:spcAft>
                <a:spcPts val="0"/>
              </a:spcAft>
              <a:buClr>
                <a:srgbClr val="888888"/>
              </a:buClr>
              <a:buSzPts val="1620"/>
              <a:buFont typeface="Sorts Mill Goudy"/>
              <a:buNone/>
              <a:defRPr sz="1800">
                <a:solidFill>
                  <a:srgbClr val="888888"/>
                </a:solidFill>
              </a:defRPr>
            </a:lvl2pPr>
            <a:lvl3pPr indent="-228600" lvl="2" marL="1371600" algn="l">
              <a:spcBef>
                <a:spcPts val="600"/>
              </a:spcBef>
              <a:spcAft>
                <a:spcPts val="0"/>
              </a:spcAft>
              <a:buClr>
                <a:srgbClr val="888888"/>
              </a:buClr>
              <a:buSzPts val="1440"/>
              <a:buFont typeface="Sorts Mill Goudy"/>
              <a:buNone/>
              <a:defRPr sz="1600">
                <a:solidFill>
                  <a:srgbClr val="888888"/>
                </a:solidFill>
              </a:defRPr>
            </a:lvl3pPr>
            <a:lvl4pPr indent="-228600" lvl="3" marL="1828800" algn="l">
              <a:spcBef>
                <a:spcPts val="600"/>
              </a:spcBef>
              <a:spcAft>
                <a:spcPts val="0"/>
              </a:spcAft>
              <a:buClr>
                <a:srgbClr val="888888"/>
              </a:buClr>
              <a:buSzPts val="1260"/>
              <a:buFont typeface="Sorts Mill Goudy"/>
              <a:buNone/>
              <a:defRPr sz="1400">
                <a:solidFill>
                  <a:srgbClr val="888888"/>
                </a:solidFill>
              </a:defRPr>
            </a:lvl4pPr>
            <a:lvl5pPr indent="-228600" lvl="4" marL="2286000" algn="l">
              <a:spcBef>
                <a:spcPts val="600"/>
              </a:spcBef>
              <a:spcAft>
                <a:spcPts val="0"/>
              </a:spcAft>
              <a:buClr>
                <a:srgbClr val="888888"/>
              </a:buClr>
              <a:buSzPts val="1260"/>
              <a:buFont typeface="Sorts Mill Goudy"/>
              <a:buNone/>
              <a:defRPr sz="1400">
                <a:solidFill>
                  <a:srgbClr val="888888"/>
                </a:solidFill>
              </a:defRPr>
            </a:lvl5pPr>
            <a:lvl6pPr indent="-228600" lvl="5" marL="2743200" algn="l">
              <a:spcBef>
                <a:spcPts val="280"/>
              </a:spcBef>
              <a:spcAft>
                <a:spcPts val="0"/>
              </a:spcAft>
              <a:buClr>
                <a:srgbClr val="888888"/>
              </a:buClr>
              <a:buSzPts val="1260"/>
              <a:buFont typeface="Sorts Mill Goudy"/>
              <a:buNone/>
              <a:defRPr sz="1400">
                <a:solidFill>
                  <a:srgbClr val="888888"/>
                </a:solidFill>
              </a:defRPr>
            </a:lvl6pPr>
            <a:lvl7pPr indent="-228600" lvl="6" marL="3200400" algn="l">
              <a:spcBef>
                <a:spcPts val="280"/>
              </a:spcBef>
              <a:spcAft>
                <a:spcPts val="0"/>
              </a:spcAft>
              <a:buClr>
                <a:srgbClr val="888888"/>
              </a:buClr>
              <a:buSzPts val="1260"/>
              <a:buFont typeface="Sorts Mill Goudy"/>
              <a:buNone/>
              <a:defRPr sz="1400">
                <a:solidFill>
                  <a:srgbClr val="888888"/>
                </a:solidFill>
              </a:defRPr>
            </a:lvl7pPr>
            <a:lvl8pPr indent="-228600" lvl="7" marL="3657600" algn="l">
              <a:spcBef>
                <a:spcPts val="280"/>
              </a:spcBef>
              <a:spcAft>
                <a:spcPts val="0"/>
              </a:spcAft>
              <a:buClr>
                <a:srgbClr val="888888"/>
              </a:buClr>
              <a:buSzPts val="1260"/>
              <a:buFont typeface="Sorts Mill Goudy"/>
              <a:buNone/>
              <a:defRPr sz="1400">
                <a:solidFill>
                  <a:srgbClr val="888888"/>
                </a:solidFill>
              </a:defRPr>
            </a:lvl8pPr>
            <a:lvl9pPr indent="-228600" lvl="8" marL="4114800" algn="l">
              <a:spcBef>
                <a:spcPts val="280"/>
              </a:spcBef>
              <a:spcAft>
                <a:spcPts val="0"/>
              </a:spcAft>
              <a:buClr>
                <a:srgbClr val="888888"/>
              </a:buClr>
              <a:buSzPts val="1260"/>
              <a:buFont typeface="Sorts Mill Goudy"/>
              <a:buNone/>
              <a:defRPr sz="1400">
                <a:solidFill>
                  <a:srgbClr val="888888"/>
                </a:solidFill>
              </a:defRPr>
            </a:lvl9pPr>
          </a:lstStyle>
          <a:p/>
        </p:txBody>
      </p:sp>
      <p:sp>
        <p:nvSpPr>
          <p:cNvPr id="48" name="Google Shape;48;p7"/>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Picture">
  <p:cSld name="Section with Picture">
    <p:bg>
      <p:bgPr>
        <a:blipFill>
          <a:blip r:embed="rId2">
            <a:alphaModFix/>
          </a:blip>
          <a:stretch>
            <a:fillRect/>
          </a:stretch>
        </a:blip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3152775" y="4069804"/>
            <a:ext cx="5538788" cy="116205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Clr>
                <a:schemeClr val="dk1"/>
              </a:buClr>
              <a:buSzPts val="4600"/>
              <a:buFont typeface="Sorts Mill Goudy"/>
              <a:buNone/>
              <a:defRPr b="1" sz="4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53" name="Google Shape;53;p8"/>
          <p:cNvGrpSpPr/>
          <p:nvPr/>
        </p:nvGrpSpPr>
        <p:grpSpPr>
          <a:xfrm rot="-360000">
            <a:off x="654356" y="445180"/>
            <a:ext cx="5416247" cy="3630168"/>
            <a:chOff x="1524000" y="381000"/>
            <a:chExt cx="3657600" cy="4737978"/>
          </a:xfrm>
        </p:grpSpPr>
        <p:sp>
          <p:nvSpPr>
            <p:cNvPr id="54" name="Google Shape;54;p8"/>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55" name="Google Shape;55;p8"/>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56" name="Google Shape;56;p8"/>
          <p:cNvSpPr/>
          <p:nvPr>
            <p:ph idx="2" type="pic"/>
          </p:nvPr>
        </p:nvSpPr>
        <p:spPr>
          <a:xfrm rot="-360000">
            <a:off x="857681" y="632632"/>
            <a:ext cx="5009597" cy="325526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57" name="Google Shape;57;p8"/>
          <p:cNvSpPr txBox="1"/>
          <p:nvPr>
            <p:ph idx="1" type="body"/>
          </p:nvPr>
        </p:nvSpPr>
        <p:spPr>
          <a:xfrm>
            <a:off x="3158117" y="5230909"/>
            <a:ext cx="5532958" cy="865093"/>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chemeClr val="dk1"/>
              </a:buClr>
              <a:buSzPts val="1980"/>
              <a:buFont typeface="Sorts Mill Goudy"/>
              <a:buNone/>
              <a:defRPr sz="22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58" name="Google Shape;58;p8"/>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9"/>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
          <p:cNvSpPr txBox="1"/>
          <p:nvPr>
            <p:ph idx="1" type="body"/>
          </p:nvPr>
        </p:nvSpPr>
        <p:spPr>
          <a:xfrm>
            <a:off x="914400" y="1735139"/>
            <a:ext cx="3566160" cy="4056062"/>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64" name="Google Shape;64;p9"/>
          <p:cNvSpPr txBox="1"/>
          <p:nvPr>
            <p:ph idx="2" type="body"/>
          </p:nvPr>
        </p:nvSpPr>
        <p:spPr>
          <a:xfrm>
            <a:off x="4648200" y="1735139"/>
            <a:ext cx="3566160" cy="4056062"/>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65" name="Google Shape;65;p9"/>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sp>
        <p:nvSpPr>
          <p:cNvPr id="69" name="Google Shape;69;p10"/>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4600"/>
              <a:buFont typeface="Sorts Mill Goud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0"/>
          <p:cNvSpPr txBox="1"/>
          <p:nvPr>
            <p:ph idx="1" type="body"/>
          </p:nvPr>
        </p:nvSpPr>
        <p:spPr>
          <a:xfrm>
            <a:off x="971326" y="1419366"/>
            <a:ext cx="3200400" cy="584035"/>
          </a:xfrm>
          <a:prstGeom prst="rect">
            <a:avLst/>
          </a:prstGeom>
          <a:noFill/>
          <a:ln>
            <a:noFill/>
          </a:ln>
        </p:spPr>
        <p:txBody>
          <a:bodyPr anchorCtr="0" anchor="b" bIns="45700" lIns="91425" spcFirstLastPara="1" rIns="91425" wrap="square" tIns="45700">
            <a:noAutofit/>
          </a:bodyPr>
          <a:lstStyle>
            <a:lvl1pPr indent="-228600" lvl="0" marL="457200" algn="ctr">
              <a:spcBef>
                <a:spcPts val="0"/>
              </a:spcBef>
              <a:spcAft>
                <a:spcPts val="0"/>
              </a:spcAft>
              <a:buClr>
                <a:srgbClr val="B1A069"/>
              </a:buClr>
              <a:buSzPts val="1980"/>
              <a:buFont typeface="Impact"/>
              <a:buNone/>
              <a:defRPr b="0" sz="2200">
                <a:solidFill>
                  <a:srgbClr val="B1A069"/>
                </a:solidFill>
                <a:latin typeface="Impact"/>
                <a:ea typeface="Impact"/>
                <a:cs typeface="Impact"/>
                <a:sym typeface="Impact"/>
              </a:defRPr>
            </a:lvl1pPr>
            <a:lvl2pPr indent="-228600" lvl="1" marL="914400" algn="l">
              <a:spcBef>
                <a:spcPts val="600"/>
              </a:spcBef>
              <a:spcAft>
                <a:spcPts val="0"/>
              </a:spcAft>
              <a:buClr>
                <a:schemeClr val="dk1"/>
              </a:buClr>
              <a:buSzPts val="1800"/>
              <a:buFont typeface="Sorts Mill Goudy"/>
              <a:buNone/>
              <a:defRPr b="1" sz="2000"/>
            </a:lvl2pPr>
            <a:lvl3pPr indent="-228600" lvl="2" marL="1371600" algn="l">
              <a:spcBef>
                <a:spcPts val="600"/>
              </a:spcBef>
              <a:spcAft>
                <a:spcPts val="0"/>
              </a:spcAft>
              <a:buClr>
                <a:schemeClr val="dk1"/>
              </a:buClr>
              <a:buSzPts val="1620"/>
              <a:buFont typeface="Sorts Mill Goudy"/>
              <a:buNone/>
              <a:defRPr b="1" sz="1800"/>
            </a:lvl3pPr>
            <a:lvl4pPr indent="-228600" lvl="3" marL="1828800" algn="l">
              <a:spcBef>
                <a:spcPts val="600"/>
              </a:spcBef>
              <a:spcAft>
                <a:spcPts val="0"/>
              </a:spcAft>
              <a:buClr>
                <a:schemeClr val="dk1"/>
              </a:buClr>
              <a:buSzPts val="1440"/>
              <a:buFont typeface="Sorts Mill Goudy"/>
              <a:buNone/>
              <a:defRPr b="1" sz="1600"/>
            </a:lvl4pPr>
            <a:lvl5pPr indent="-228600" lvl="4" marL="2286000" algn="l">
              <a:spcBef>
                <a:spcPts val="600"/>
              </a:spcBef>
              <a:spcAft>
                <a:spcPts val="0"/>
              </a:spcAft>
              <a:buClr>
                <a:schemeClr val="dk1"/>
              </a:buClr>
              <a:buSzPts val="1440"/>
              <a:buFont typeface="Sorts Mill Goudy"/>
              <a:buNone/>
              <a:defRPr b="1" sz="1600"/>
            </a:lvl5pPr>
            <a:lvl6pPr indent="-228600" lvl="5" marL="2743200" algn="l">
              <a:spcBef>
                <a:spcPts val="320"/>
              </a:spcBef>
              <a:spcAft>
                <a:spcPts val="0"/>
              </a:spcAft>
              <a:buClr>
                <a:schemeClr val="dk1"/>
              </a:buClr>
              <a:buSzPts val="1440"/>
              <a:buFont typeface="Sorts Mill Goudy"/>
              <a:buNone/>
              <a:defRPr b="1" sz="1600"/>
            </a:lvl6pPr>
            <a:lvl7pPr indent="-228600" lvl="6" marL="3200400" algn="l">
              <a:spcBef>
                <a:spcPts val="320"/>
              </a:spcBef>
              <a:spcAft>
                <a:spcPts val="0"/>
              </a:spcAft>
              <a:buClr>
                <a:schemeClr val="dk1"/>
              </a:buClr>
              <a:buSzPts val="1440"/>
              <a:buFont typeface="Sorts Mill Goudy"/>
              <a:buNone/>
              <a:defRPr b="1" sz="1600"/>
            </a:lvl7pPr>
            <a:lvl8pPr indent="-228600" lvl="7" marL="3657600" algn="l">
              <a:spcBef>
                <a:spcPts val="320"/>
              </a:spcBef>
              <a:spcAft>
                <a:spcPts val="0"/>
              </a:spcAft>
              <a:buClr>
                <a:schemeClr val="dk1"/>
              </a:buClr>
              <a:buSzPts val="1440"/>
              <a:buFont typeface="Sorts Mill Goudy"/>
              <a:buNone/>
              <a:defRPr b="1" sz="1600"/>
            </a:lvl8pPr>
            <a:lvl9pPr indent="-228600" lvl="8" marL="4114800" algn="l">
              <a:spcBef>
                <a:spcPts val="320"/>
              </a:spcBef>
              <a:spcAft>
                <a:spcPts val="0"/>
              </a:spcAft>
              <a:buClr>
                <a:schemeClr val="dk1"/>
              </a:buClr>
              <a:buSzPts val="1440"/>
              <a:buFont typeface="Sorts Mill Goudy"/>
              <a:buNone/>
              <a:defRPr b="1" sz="1600"/>
            </a:lvl9pPr>
          </a:lstStyle>
          <a:p/>
        </p:txBody>
      </p:sp>
      <p:sp>
        <p:nvSpPr>
          <p:cNvPr id="71" name="Google Shape;71;p10"/>
          <p:cNvSpPr txBox="1"/>
          <p:nvPr>
            <p:ph idx="2" type="body"/>
          </p:nvPr>
        </p:nvSpPr>
        <p:spPr>
          <a:xfrm>
            <a:off x="897367" y="2174875"/>
            <a:ext cx="3566160" cy="3616325"/>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20039" lvl="3" marL="1828800" algn="l">
              <a:spcBef>
                <a:spcPts val="600"/>
              </a:spcBef>
              <a:spcAft>
                <a:spcPts val="0"/>
              </a:spcAft>
              <a:buClr>
                <a:schemeClr val="dk1"/>
              </a:buClr>
              <a:buSzPts val="1440"/>
              <a:buFont typeface="Sorts Mill Goudy"/>
              <a:buChar char="•"/>
              <a:defRPr sz="1600"/>
            </a:lvl4pPr>
            <a:lvl5pPr indent="-320039" lvl="4" marL="2286000" algn="l">
              <a:spcBef>
                <a:spcPts val="600"/>
              </a:spcBef>
              <a:spcAft>
                <a:spcPts val="0"/>
              </a:spcAft>
              <a:buClr>
                <a:schemeClr val="dk1"/>
              </a:buClr>
              <a:buSzPts val="1440"/>
              <a:buFont typeface="Sorts Mill Goudy"/>
              <a:buChar char="•"/>
              <a:defRPr sz="1600"/>
            </a:lvl5pPr>
            <a:lvl6pPr indent="-320039" lvl="5" marL="2743200" algn="l">
              <a:spcBef>
                <a:spcPts val="320"/>
              </a:spcBef>
              <a:spcAft>
                <a:spcPts val="0"/>
              </a:spcAft>
              <a:buClr>
                <a:schemeClr val="dk1"/>
              </a:buClr>
              <a:buSzPts val="1440"/>
              <a:buFont typeface="Sorts Mill Goudy"/>
              <a:buChar char="•"/>
              <a:defRPr sz="1600"/>
            </a:lvl6pPr>
            <a:lvl7pPr indent="-320039" lvl="6" marL="3200400" algn="l">
              <a:spcBef>
                <a:spcPts val="320"/>
              </a:spcBef>
              <a:spcAft>
                <a:spcPts val="0"/>
              </a:spcAft>
              <a:buClr>
                <a:schemeClr val="dk1"/>
              </a:buClr>
              <a:buSzPts val="1440"/>
              <a:buFont typeface="Sorts Mill Goudy"/>
              <a:buChar char="•"/>
              <a:defRPr sz="1600"/>
            </a:lvl7pPr>
            <a:lvl8pPr indent="-320040" lvl="7" marL="3657600" algn="l">
              <a:spcBef>
                <a:spcPts val="320"/>
              </a:spcBef>
              <a:spcAft>
                <a:spcPts val="0"/>
              </a:spcAft>
              <a:buClr>
                <a:schemeClr val="dk1"/>
              </a:buClr>
              <a:buSzPts val="1440"/>
              <a:buFont typeface="Sorts Mill Goudy"/>
              <a:buChar char="•"/>
              <a:defRPr sz="1600"/>
            </a:lvl8pPr>
            <a:lvl9pPr indent="-320040" lvl="8" marL="4114800" algn="l">
              <a:spcBef>
                <a:spcPts val="320"/>
              </a:spcBef>
              <a:spcAft>
                <a:spcPts val="0"/>
              </a:spcAft>
              <a:buClr>
                <a:schemeClr val="dk1"/>
              </a:buClr>
              <a:buSzPts val="1440"/>
              <a:buFont typeface="Sorts Mill Goudy"/>
              <a:buChar char="•"/>
              <a:defRPr sz="1600"/>
            </a:lvl9pPr>
          </a:lstStyle>
          <a:p/>
        </p:txBody>
      </p:sp>
      <p:sp>
        <p:nvSpPr>
          <p:cNvPr id="72" name="Google Shape;72;p10"/>
          <p:cNvSpPr txBox="1"/>
          <p:nvPr>
            <p:ph idx="3" type="body"/>
          </p:nvPr>
        </p:nvSpPr>
        <p:spPr>
          <a:xfrm>
            <a:off x="4930247" y="1419366"/>
            <a:ext cx="3200400" cy="584035"/>
          </a:xfrm>
          <a:prstGeom prst="rect">
            <a:avLst/>
          </a:prstGeom>
          <a:noFill/>
          <a:ln>
            <a:noFill/>
          </a:ln>
        </p:spPr>
        <p:txBody>
          <a:bodyPr anchorCtr="0" anchor="b" bIns="45700" lIns="91425" spcFirstLastPara="1" rIns="91425" wrap="square" tIns="45700">
            <a:noAutofit/>
          </a:bodyPr>
          <a:lstStyle>
            <a:lvl1pPr indent="-228600" lvl="0" marL="457200" algn="ctr">
              <a:spcBef>
                <a:spcPts val="0"/>
              </a:spcBef>
              <a:spcAft>
                <a:spcPts val="0"/>
              </a:spcAft>
              <a:buClr>
                <a:srgbClr val="B1A069"/>
              </a:buClr>
              <a:buSzPts val="1980"/>
              <a:buFont typeface="Impact"/>
              <a:buNone/>
              <a:defRPr b="0" sz="2200">
                <a:solidFill>
                  <a:srgbClr val="B1A069"/>
                </a:solidFill>
                <a:latin typeface="Impact"/>
                <a:ea typeface="Impact"/>
                <a:cs typeface="Impact"/>
                <a:sym typeface="Impact"/>
              </a:defRPr>
            </a:lvl1pPr>
            <a:lvl2pPr indent="-228600" lvl="1" marL="914400" algn="l">
              <a:spcBef>
                <a:spcPts val="600"/>
              </a:spcBef>
              <a:spcAft>
                <a:spcPts val="0"/>
              </a:spcAft>
              <a:buClr>
                <a:schemeClr val="dk1"/>
              </a:buClr>
              <a:buSzPts val="1800"/>
              <a:buFont typeface="Sorts Mill Goudy"/>
              <a:buNone/>
              <a:defRPr b="1" sz="2000"/>
            </a:lvl2pPr>
            <a:lvl3pPr indent="-228600" lvl="2" marL="1371600" algn="l">
              <a:spcBef>
                <a:spcPts val="600"/>
              </a:spcBef>
              <a:spcAft>
                <a:spcPts val="0"/>
              </a:spcAft>
              <a:buClr>
                <a:schemeClr val="dk1"/>
              </a:buClr>
              <a:buSzPts val="1620"/>
              <a:buFont typeface="Sorts Mill Goudy"/>
              <a:buNone/>
              <a:defRPr b="1" sz="1800"/>
            </a:lvl3pPr>
            <a:lvl4pPr indent="-228600" lvl="3" marL="1828800" algn="l">
              <a:spcBef>
                <a:spcPts val="600"/>
              </a:spcBef>
              <a:spcAft>
                <a:spcPts val="0"/>
              </a:spcAft>
              <a:buClr>
                <a:schemeClr val="dk1"/>
              </a:buClr>
              <a:buSzPts val="1440"/>
              <a:buFont typeface="Sorts Mill Goudy"/>
              <a:buNone/>
              <a:defRPr b="1" sz="1600"/>
            </a:lvl4pPr>
            <a:lvl5pPr indent="-228600" lvl="4" marL="2286000" algn="l">
              <a:spcBef>
                <a:spcPts val="600"/>
              </a:spcBef>
              <a:spcAft>
                <a:spcPts val="0"/>
              </a:spcAft>
              <a:buClr>
                <a:schemeClr val="dk1"/>
              </a:buClr>
              <a:buSzPts val="1440"/>
              <a:buFont typeface="Sorts Mill Goudy"/>
              <a:buNone/>
              <a:defRPr b="1" sz="1600"/>
            </a:lvl5pPr>
            <a:lvl6pPr indent="-228600" lvl="5" marL="2743200" algn="l">
              <a:spcBef>
                <a:spcPts val="320"/>
              </a:spcBef>
              <a:spcAft>
                <a:spcPts val="0"/>
              </a:spcAft>
              <a:buClr>
                <a:schemeClr val="dk1"/>
              </a:buClr>
              <a:buSzPts val="1440"/>
              <a:buFont typeface="Sorts Mill Goudy"/>
              <a:buNone/>
              <a:defRPr b="1" sz="1600"/>
            </a:lvl6pPr>
            <a:lvl7pPr indent="-228600" lvl="6" marL="3200400" algn="l">
              <a:spcBef>
                <a:spcPts val="320"/>
              </a:spcBef>
              <a:spcAft>
                <a:spcPts val="0"/>
              </a:spcAft>
              <a:buClr>
                <a:schemeClr val="dk1"/>
              </a:buClr>
              <a:buSzPts val="1440"/>
              <a:buFont typeface="Sorts Mill Goudy"/>
              <a:buNone/>
              <a:defRPr b="1" sz="1600"/>
            </a:lvl7pPr>
            <a:lvl8pPr indent="-228600" lvl="7" marL="3657600" algn="l">
              <a:spcBef>
                <a:spcPts val="320"/>
              </a:spcBef>
              <a:spcAft>
                <a:spcPts val="0"/>
              </a:spcAft>
              <a:buClr>
                <a:schemeClr val="dk1"/>
              </a:buClr>
              <a:buSzPts val="1440"/>
              <a:buFont typeface="Sorts Mill Goudy"/>
              <a:buNone/>
              <a:defRPr b="1" sz="1600"/>
            </a:lvl8pPr>
            <a:lvl9pPr indent="-228600" lvl="8" marL="4114800" algn="l">
              <a:spcBef>
                <a:spcPts val="320"/>
              </a:spcBef>
              <a:spcAft>
                <a:spcPts val="0"/>
              </a:spcAft>
              <a:buClr>
                <a:schemeClr val="dk1"/>
              </a:buClr>
              <a:buSzPts val="1440"/>
              <a:buFont typeface="Sorts Mill Goudy"/>
              <a:buNone/>
              <a:defRPr b="1" sz="1600"/>
            </a:lvl9pPr>
          </a:lstStyle>
          <a:p/>
        </p:txBody>
      </p:sp>
      <p:sp>
        <p:nvSpPr>
          <p:cNvPr id="73" name="Google Shape;73;p10"/>
          <p:cNvSpPr txBox="1"/>
          <p:nvPr>
            <p:ph idx="4" type="body"/>
          </p:nvPr>
        </p:nvSpPr>
        <p:spPr>
          <a:xfrm>
            <a:off x="4646514" y="2174875"/>
            <a:ext cx="3566160" cy="3616325"/>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20039" lvl="3" marL="1828800" algn="l">
              <a:spcBef>
                <a:spcPts val="600"/>
              </a:spcBef>
              <a:spcAft>
                <a:spcPts val="0"/>
              </a:spcAft>
              <a:buClr>
                <a:schemeClr val="dk1"/>
              </a:buClr>
              <a:buSzPts val="1440"/>
              <a:buFont typeface="Sorts Mill Goudy"/>
              <a:buChar char="•"/>
              <a:defRPr sz="1600"/>
            </a:lvl4pPr>
            <a:lvl5pPr indent="-320039" lvl="4" marL="2286000" algn="l">
              <a:spcBef>
                <a:spcPts val="600"/>
              </a:spcBef>
              <a:spcAft>
                <a:spcPts val="0"/>
              </a:spcAft>
              <a:buClr>
                <a:schemeClr val="dk1"/>
              </a:buClr>
              <a:buSzPts val="1440"/>
              <a:buFont typeface="Sorts Mill Goudy"/>
              <a:buChar char="•"/>
              <a:defRPr sz="1600"/>
            </a:lvl5pPr>
            <a:lvl6pPr indent="-320039" lvl="5" marL="2743200" algn="l">
              <a:spcBef>
                <a:spcPts val="320"/>
              </a:spcBef>
              <a:spcAft>
                <a:spcPts val="0"/>
              </a:spcAft>
              <a:buClr>
                <a:schemeClr val="dk1"/>
              </a:buClr>
              <a:buSzPts val="1440"/>
              <a:buFont typeface="Sorts Mill Goudy"/>
              <a:buChar char="•"/>
              <a:defRPr sz="1600"/>
            </a:lvl6pPr>
            <a:lvl7pPr indent="-320039" lvl="6" marL="3200400" algn="l">
              <a:spcBef>
                <a:spcPts val="320"/>
              </a:spcBef>
              <a:spcAft>
                <a:spcPts val="0"/>
              </a:spcAft>
              <a:buClr>
                <a:schemeClr val="dk1"/>
              </a:buClr>
              <a:buSzPts val="1440"/>
              <a:buFont typeface="Sorts Mill Goudy"/>
              <a:buChar char="•"/>
              <a:defRPr sz="1600"/>
            </a:lvl7pPr>
            <a:lvl8pPr indent="-320040" lvl="7" marL="3657600" algn="l">
              <a:spcBef>
                <a:spcPts val="320"/>
              </a:spcBef>
              <a:spcAft>
                <a:spcPts val="0"/>
              </a:spcAft>
              <a:buClr>
                <a:schemeClr val="dk1"/>
              </a:buClr>
              <a:buSzPts val="1440"/>
              <a:buFont typeface="Sorts Mill Goudy"/>
              <a:buChar char="•"/>
              <a:defRPr sz="1600"/>
            </a:lvl8pPr>
            <a:lvl9pPr indent="-320040" lvl="8" marL="4114800" algn="l">
              <a:spcBef>
                <a:spcPts val="320"/>
              </a:spcBef>
              <a:spcAft>
                <a:spcPts val="0"/>
              </a:spcAft>
              <a:buClr>
                <a:schemeClr val="dk1"/>
              </a:buClr>
              <a:buSzPts val="1440"/>
              <a:buFont typeface="Sorts Mill Goudy"/>
              <a:buChar char="•"/>
              <a:defRPr sz="1600"/>
            </a:lvl9pPr>
          </a:lstStyle>
          <a:p/>
        </p:txBody>
      </p:sp>
      <p:sp>
        <p:nvSpPr>
          <p:cNvPr id="74" name="Google Shape;74;p10"/>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Comparison-Underline.png" id="77" name="Google Shape;77;p10"/>
          <p:cNvPicPr preferRelativeResize="0"/>
          <p:nvPr/>
        </p:nvPicPr>
        <p:blipFill rotWithShape="1">
          <a:blip r:embed="rId2">
            <a:alphaModFix/>
          </a:blip>
          <a:srcRect b="0" l="0" r="0" t="0"/>
          <a:stretch/>
        </p:blipFill>
        <p:spPr>
          <a:xfrm>
            <a:off x="957042" y="1897042"/>
            <a:ext cx="3228975" cy="142876"/>
          </a:xfrm>
          <a:prstGeom prst="rect">
            <a:avLst/>
          </a:prstGeom>
          <a:noFill/>
          <a:ln>
            <a:noFill/>
          </a:ln>
        </p:spPr>
      </p:pic>
      <p:pic>
        <p:nvPicPr>
          <p:cNvPr descr="Comparison-Underline.png" id="78" name="Google Shape;78;p10"/>
          <p:cNvPicPr preferRelativeResize="0"/>
          <p:nvPr/>
        </p:nvPicPr>
        <p:blipFill rotWithShape="1">
          <a:blip r:embed="rId2">
            <a:alphaModFix/>
          </a:blip>
          <a:srcRect b="0" l="0" r="0" t="0"/>
          <a:stretch/>
        </p:blipFill>
        <p:spPr>
          <a:xfrm>
            <a:off x="4915964" y="1897042"/>
            <a:ext cx="3228975" cy="142876"/>
          </a:xfrm>
          <a:prstGeom prst="rect">
            <a:avLst/>
          </a:prstGeom>
          <a:noFill/>
          <a:ln>
            <a:noFill/>
          </a:ln>
        </p:spPr>
      </p:pic>
      <p:pic>
        <p:nvPicPr>
          <p:cNvPr descr="Comparison-Underline.png" id="79" name="Google Shape;79;p10"/>
          <p:cNvPicPr preferRelativeResize="0"/>
          <p:nvPr/>
        </p:nvPicPr>
        <p:blipFill rotWithShape="1">
          <a:blip r:embed="rId2">
            <a:alphaModFix/>
          </a:blip>
          <a:srcRect b="0" l="0" r="0" t="0"/>
          <a:stretch/>
        </p:blipFill>
        <p:spPr>
          <a:xfrm>
            <a:off x="957042" y="1897042"/>
            <a:ext cx="3228975" cy="142876"/>
          </a:xfrm>
          <a:prstGeom prst="rect">
            <a:avLst/>
          </a:prstGeom>
          <a:noFill/>
          <a:ln>
            <a:noFill/>
          </a:ln>
        </p:spPr>
      </p:pic>
      <p:pic>
        <p:nvPicPr>
          <p:cNvPr descr="Comparison-Underline.png" id="80" name="Google Shape;80;p10"/>
          <p:cNvPicPr preferRelativeResize="0"/>
          <p:nvPr/>
        </p:nvPicPr>
        <p:blipFill rotWithShape="1">
          <a:blip r:embed="rId2">
            <a:alphaModFix/>
          </a:blip>
          <a:srcRect b="0" l="0" r="0" t="0"/>
          <a:stretch/>
        </p:blipFill>
        <p:spPr>
          <a:xfrm>
            <a:off x="4915964" y="1897042"/>
            <a:ext cx="3228975" cy="14287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ntent, Top and Bottom">
  <p:cSld name="2 Content, Top and Bottom">
    <p:spTree>
      <p:nvGrpSpPr>
        <p:cNvPr id="81" name="Shape 81"/>
        <p:cNvGrpSpPr/>
        <p:nvPr/>
      </p:nvGrpSpPr>
      <p:grpSpPr>
        <a:xfrm>
          <a:off x="0" y="0"/>
          <a:ext cx="0" cy="0"/>
          <a:chOff x="0" y="0"/>
          <a:chExt cx="0" cy="0"/>
        </a:xfrm>
      </p:grpSpPr>
      <p:sp>
        <p:nvSpPr>
          <p:cNvPr id="82" name="Google Shape;82;p11"/>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1"/>
          <p:cNvSpPr txBox="1"/>
          <p:nvPr>
            <p:ph idx="1" type="body"/>
          </p:nvPr>
        </p:nvSpPr>
        <p:spPr>
          <a:xfrm>
            <a:off x="914400" y="1735138"/>
            <a:ext cx="731520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84" name="Google Shape;84;p11"/>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7" name="Google Shape;87;p11"/>
          <p:cNvSpPr txBox="1"/>
          <p:nvPr>
            <p:ph idx="2" type="body"/>
          </p:nvPr>
        </p:nvSpPr>
        <p:spPr>
          <a:xfrm>
            <a:off x="914400" y="3870960"/>
            <a:ext cx="731520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ntent">
  <p:cSld name="3 Content">
    <p:spTree>
      <p:nvGrpSpPr>
        <p:cNvPr id="88" name="Shape 88"/>
        <p:cNvGrpSpPr/>
        <p:nvPr/>
      </p:nvGrpSpPr>
      <p:grpSpPr>
        <a:xfrm>
          <a:off x="0" y="0"/>
          <a:ext cx="0" cy="0"/>
          <a:chOff x="0" y="0"/>
          <a:chExt cx="0" cy="0"/>
        </a:xfrm>
      </p:grpSpPr>
      <p:sp>
        <p:nvSpPr>
          <p:cNvPr id="89" name="Google Shape;89;p12"/>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2"/>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12"/>
          <p:cNvSpPr txBox="1"/>
          <p:nvPr>
            <p:ph idx="1" type="body"/>
          </p:nvPr>
        </p:nvSpPr>
        <p:spPr>
          <a:xfrm>
            <a:off x="4645152" y="1735138"/>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94" name="Google Shape;94;p12"/>
          <p:cNvSpPr txBox="1"/>
          <p:nvPr>
            <p:ph idx="2" type="body"/>
          </p:nvPr>
        </p:nvSpPr>
        <p:spPr>
          <a:xfrm>
            <a:off x="4645152" y="3870960"/>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95" name="Google Shape;95;p12"/>
          <p:cNvSpPr txBox="1"/>
          <p:nvPr>
            <p:ph idx="3" type="body"/>
          </p:nvPr>
        </p:nvSpPr>
        <p:spPr>
          <a:xfrm>
            <a:off x="914400" y="1735139"/>
            <a:ext cx="3566160" cy="4056062"/>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ntent">
  <p:cSld name="4 Content">
    <p:spTree>
      <p:nvGrpSpPr>
        <p:cNvPr id="96" name="Shape 96"/>
        <p:cNvGrpSpPr/>
        <p:nvPr/>
      </p:nvGrpSpPr>
      <p:grpSpPr>
        <a:xfrm>
          <a:off x="0" y="0"/>
          <a:ext cx="0" cy="0"/>
          <a:chOff x="0" y="0"/>
          <a:chExt cx="0" cy="0"/>
        </a:xfrm>
      </p:grpSpPr>
      <p:sp>
        <p:nvSpPr>
          <p:cNvPr id="97" name="Google Shape;97;p13"/>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3"/>
          <p:cNvSpPr txBox="1"/>
          <p:nvPr>
            <p:ph idx="1" type="body"/>
          </p:nvPr>
        </p:nvSpPr>
        <p:spPr>
          <a:xfrm>
            <a:off x="914400" y="1735138"/>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99" name="Google Shape;99;p13"/>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3"/>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3"/>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13"/>
          <p:cNvSpPr txBox="1"/>
          <p:nvPr>
            <p:ph idx="2" type="body"/>
          </p:nvPr>
        </p:nvSpPr>
        <p:spPr>
          <a:xfrm>
            <a:off x="914400" y="3870960"/>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103" name="Google Shape;103;p13"/>
          <p:cNvSpPr txBox="1"/>
          <p:nvPr>
            <p:ph idx="3" type="body"/>
          </p:nvPr>
        </p:nvSpPr>
        <p:spPr>
          <a:xfrm>
            <a:off x="4645152" y="1735138"/>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104" name="Google Shape;104;p13"/>
          <p:cNvSpPr txBox="1"/>
          <p:nvPr>
            <p:ph idx="4" type="body"/>
          </p:nvPr>
        </p:nvSpPr>
        <p:spPr>
          <a:xfrm>
            <a:off x="4645152" y="3870960"/>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5" name="Shape 105"/>
        <p:cNvGrpSpPr/>
        <p:nvPr/>
      </p:nvGrpSpPr>
      <p:grpSpPr>
        <a:xfrm>
          <a:off x="0" y="0"/>
          <a:ext cx="0" cy="0"/>
          <a:chOff x="0" y="0"/>
          <a:chExt cx="0" cy="0"/>
        </a:xfrm>
      </p:grpSpPr>
      <p:sp>
        <p:nvSpPr>
          <p:cNvPr id="106" name="Google Shape;106;p14"/>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14"/>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4"/>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0" name="Shape 110"/>
        <p:cNvGrpSpPr/>
        <p:nvPr/>
      </p:nvGrpSpPr>
      <p:grpSpPr>
        <a:xfrm>
          <a:off x="0" y="0"/>
          <a:ext cx="0" cy="0"/>
          <a:chOff x="0" y="0"/>
          <a:chExt cx="0" cy="0"/>
        </a:xfrm>
      </p:grpSpPr>
      <p:sp>
        <p:nvSpPr>
          <p:cNvPr id="111" name="Google Shape;111;p15"/>
          <p:cNvSpPr txBox="1"/>
          <p:nvPr>
            <p:ph type="title"/>
          </p:nvPr>
        </p:nvSpPr>
        <p:spPr>
          <a:xfrm>
            <a:off x="914400" y="1690048"/>
            <a:ext cx="3563938" cy="1162050"/>
          </a:xfrm>
          <a:prstGeom prst="rect">
            <a:avLst/>
          </a:prstGeom>
          <a:noFill/>
          <a:ln>
            <a:noFill/>
          </a:ln>
        </p:spPr>
        <p:txBody>
          <a:bodyPr anchorCtr="0" anchor="b" bIns="0" lIns="91425" spcFirstLastPara="1" rIns="91425" wrap="square" tIns="0">
            <a:noAutofit/>
          </a:bodyPr>
          <a:lstStyle>
            <a:lvl1pPr lvl="0" algn="l">
              <a:lnSpc>
                <a:spcPct val="109523"/>
              </a:lnSpc>
              <a:spcBef>
                <a:spcPts val="0"/>
              </a:spcBef>
              <a:spcAft>
                <a:spcPts val="0"/>
              </a:spcAft>
              <a:buClr>
                <a:schemeClr val="dk1"/>
              </a:buClr>
              <a:buSzPts val="4200"/>
              <a:buFont typeface="Sorts Mill Goudy"/>
              <a:buNone/>
              <a:defRPr b="1"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5"/>
          <p:cNvSpPr txBox="1"/>
          <p:nvPr>
            <p:ph idx="1" type="body"/>
          </p:nvPr>
        </p:nvSpPr>
        <p:spPr>
          <a:xfrm>
            <a:off x="4667250" y="368490"/>
            <a:ext cx="3566160" cy="5627498"/>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42900" lvl="5" marL="2743200" algn="l">
              <a:spcBef>
                <a:spcPts val="400"/>
              </a:spcBef>
              <a:spcAft>
                <a:spcPts val="0"/>
              </a:spcAft>
              <a:buClr>
                <a:schemeClr val="dk1"/>
              </a:buClr>
              <a:buSzPts val="1800"/>
              <a:buFont typeface="Sorts Mill Goudy"/>
              <a:buChar char="•"/>
              <a:defRPr sz="2000"/>
            </a:lvl6pPr>
            <a:lvl7pPr indent="-342900" lvl="6" marL="3200400" algn="l">
              <a:spcBef>
                <a:spcPts val="400"/>
              </a:spcBef>
              <a:spcAft>
                <a:spcPts val="0"/>
              </a:spcAft>
              <a:buClr>
                <a:schemeClr val="dk1"/>
              </a:buClr>
              <a:buSzPts val="1800"/>
              <a:buFont typeface="Sorts Mill Goudy"/>
              <a:buChar char="•"/>
              <a:defRPr sz="2000"/>
            </a:lvl7pPr>
            <a:lvl8pPr indent="-342900" lvl="7" marL="3657600" algn="l">
              <a:spcBef>
                <a:spcPts val="400"/>
              </a:spcBef>
              <a:spcAft>
                <a:spcPts val="0"/>
              </a:spcAft>
              <a:buClr>
                <a:schemeClr val="dk1"/>
              </a:buClr>
              <a:buSzPts val="1800"/>
              <a:buFont typeface="Sorts Mill Goudy"/>
              <a:buChar char="•"/>
              <a:defRPr sz="2000"/>
            </a:lvl8pPr>
            <a:lvl9pPr indent="-342900" lvl="8" marL="4114800" algn="l">
              <a:spcBef>
                <a:spcPts val="400"/>
              </a:spcBef>
              <a:spcAft>
                <a:spcPts val="0"/>
              </a:spcAft>
              <a:buClr>
                <a:schemeClr val="dk1"/>
              </a:buClr>
              <a:buSzPts val="1800"/>
              <a:buFont typeface="Sorts Mill Goudy"/>
              <a:buChar char="•"/>
              <a:defRPr sz="2000"/>
            </a:lvl9pPr>
          </a:lstStyle>
          <a:p/>
        </p:txBody>
      </p:sp>
      <p:sp>
        <p:nvSpPr>
          <p:cNvPr id="113" name="Google Shape;113;p15"/>
          <p:cNvSpPr txBox="1"/>
          <p:nvPr>
            <p:ph idx="2" type="body"/>
          </p:nvPr>
        </p:nvSpPr>
        <p:spPr>
          <a:xfrm>
            <a:off x="914398" y="2866031"/>
            <a:ext cx="3563938" cy="2163172"/>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14" name="Google Shape;114;p15"/>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5"/>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5"/>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17" name="Shape 117"/>
        <p:cNvGrpSpPr/>
        <p:nvPr/>
      </p:nvGrpSpPr>
      <p:grpSpPr>
        <a:xfrm>
          <a:off x="0" y="0"/>
          <a:ext cx="0" cy="0"/>
          <a:chOff x="0" y="0"/>
          <a:chExt cx="0" cy="0"/>
        </a:xfrm>
      </p:grpSpPr>
      <p:sp>
        <p:nvSpPr>
          <p:cNvPr id="118" name="Google Shape;118;p16"/>
          <p:cNvSpPr txBox="1"/>
          <p:nvPr>
            <p:ph type="title"/>
          </p:nvPr>
        </p:nvSpPr>
        <p:spPr>
          <a:xfrm>
            <a:off x="5017546" y="1524002"/>
            <a:ext cx="3566160" cy="1162050"/>
          </a:xfrm>
          <a:prstGeom prst="rect">
            <a:avLst/>
          </a:prstGeom>
          <a:noFill/>
          <a:ln>
            <a:noFill/>
          </a:ln>
        </p:spPr>
        <p:txBody>
          <a:bodyPr anchorCtr="0" anchor="b" bIns="0" lIns="91425" spcFirstLastPara="1" rIns="91425" wrap="square" tIns="0">
            <a:noAutofit/>
          </a:bodyPr>
          <a:lstStyle>
            <a:lvl1pPr lvl="0" algn="l">
              <a:lnSpc>
                <a:spcPct val="109523"/>
              </a:lnSpc>
              <a:spcBef>
                <a:spcPts val="0"/>
              </a:spcBef>
              <a:spcAft>
                <a:spcPts val="0"/>
              </a:spcAft>
              <a:buClr>
                <a:schemeClr val="dk1"/>
              </a:buClr>
              <a:buSzPts val="4200"/>
              <a:buFont typeface="Sorts Mill Goudy"/>
              <a:buNone/>
              <a:defRPr b="1"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16"/>
          <p:cNvSpPr txBox="1"/>
          <p:nvPr>
            <p:ph idx="1" type="body"/>
          </p:nvPr>
        </p:nvSpPr>
        <p:spPr>
          <a:xfrm>
            <a:off x="5017544" y="2699982"/>
            <a:ext cx="3566160" cy="2163172"/>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20" name="Google Shape;120;p16"/>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6"/>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6"/>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23" name="Google Shape;123;p16"/>
          <p:cNvGrpSpPr/>
          <p:nvPr/>
        </p:nvGrpSpPr>
        <p:grpSpPr>
          <a:xfrm rot="-178369">
            <a:off x="629032" y="505652"/>
            <a:ext cx="3850925" cy="5516274"/>
            <a:chOff x="1524000" y="381000"/>
            <a:chExt cx="3657600" cy="4737978"/>
          </a:xfrm>
        </p:grpSpPr>
        <p:sp>
          <p:nvSpPr>
            <p:cNvPr id="124" name="Google Shape;124;p16"/>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25" name="Google Shape;125;p16"/>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26" name="Google Shape;126;p16"/>
          <p:cNvSpPr/>
          <p:nvPr>
            <p:ph idx="2" type="pic"/>
          </p:nvPr>
        </p:nvSpPr>
        <p:spPr>
          <a:xfrm rot="-178369">
            <a:off x="808793" y="667560"/>
            <a:ext cx="3468664" cy="512472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with Caption">
  <p:cSld name="2 Pictures with Caption">
    <p:spTree>
      <p:nvGrpSpPr>
        <p:cNvPr id="127" name="Shape 127"/>
        <p:cNvGrpSpPr/>
        <p:nvPr/>
      </p:nvGrpSpPr>
      <p:grpSpPr>
        <a:xfrm>
          <a:off x="0" y="0"/>
          <a:ext cx="0" cy="0"/>
          <a:chOff x="0" y="0"/>
          <a:chExt cx="0" cy="0"/>
        </a:xfrm>
      </p:grpSpPr>
      <p:grpSp>
        <p:nvGrpSpPr>
          <p:cNvPr id="128" name="Google Shape;128;p17"/>
          <p:cNvGrpSpPr/>
          <p:nvPr/>
        </p:nvGrpSpPr>
        <p:grpSpPr>
          <a:xfrm rot="-385649">
            <a:off x="313409" y="3520799"/>
            <a:ext cx="4088024" cy="3026020"/>
            <a:chOff x="1524000" y="381000"/>
            <a:chExt cx="3657600" cy="4737978"/>
          </a:xfrm>
        </p:grpSpPr>
        <p:sp>
          <p:nvSpPr>
            <p:cNvPr id="129" name="Google Shape;129;p17"/>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30" name="Google Shape;130;p17"/>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31" name="Google Shape;131;p17"/>
          <p:cNvSpPr/>
          <p:nvPr>
            <p:ph idx="2" type="pic"/>
          </p:nvPr>
        </p:nvSpPr>
        <p:spPr>
          <a:xfrm rot="-385649">
            <a:off x="491061" y="3682581"/>
            <a:ext cx="3704109" cy="2697083"/>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grpSp>
        <p:nvGrpSpPr>
          <p:cNvPr id="132" name="Google Shape;132;p17"/>
          <p:cNvGrpSpPr/>
          <p:nvPr/>
        </p:nvGrpSpPr>
        <p:grpSpPr>
          <a:xfrm rot="232774">
            <a:off x="169481" y="241258"/>
            <a:ext cx="4088024" cy="3026020"/>
            <a:chOff x="1524000" y="381000"/>
            <a:chExt cx="3657600" cy="4737978"/>
          </a:xfrm>
        </p:grpSpPr>
        <p:sp>
          <p:nvSpPr>
            <p:cNvPr id="133" name="Google Shape;133;p17"/>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34" name="Google Shape;134;p17"/>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35" name="Google Shape;135;p17"/>
          <p:cNvSpPr/>
          <p:nvPr>
            <p:ph idx="3" type="pic"/>
          </p:nvPr>
        </p:nvSpPr>
        <p:spPr>
          <a:xfrm rot="232774">
            <a:off x="347133" y="403040"/>
            <a:ext cx="3704109" cy="2697083"/>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136" name="Google Shape;136;p17"/>
          <p:cNvSpPr txBox="1"/>
          <p:nvPr>
            <p:ph type="title"/>
          </p:nvPr>
        </p:nvSpPr>
        <p:spPr>
          <a:xfrm>
            <a:off x="5013434" y="1524002"/>
            <a:ext cx="3566160" cy="1162050"/>
          </a:xfrm>
          <a:prstGeom prst="rect">
            <a:avLst/>
          </a:prstGeom>
          <a:noFill/>
          <a:ln>
            <a:noFill/>
          </a:ln>
        </p:spPr>
        <p:txBody>
          <a:bodyPr anchorCtr="0" anchor="b" bIns="0" lIns="91425" spcFirstLastPara="1" rIns="91425" wrap="square" tIns="0">
            <a:noAutofit/>
          </a:bodyPr>
          <a:lstStyle>
            <a:lvl1pPr lvl="0" algn="l">
              <a:lnSpc>
                <a:spcPct val="109523"/>
              </a:lnSpc>
              <a:spcBef>
                <a:spcPts val="0"/>
              </a:spcBef>
              <a:spcAft>
                <a:spcPts val="0"/>
              </a:spcAft>
              <a:buClr>
                <a:schemeClr val="dk1"/>
              </a:buClr>
              <a:buSzPts val="4200"/>
              <a:buFont typeface="Sorts Mill Goudy"/>
              <a:buNone/>
              <a:defRPr b="1"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17"/>
          <p:cNvSpPr txBox="1"/>
          <p:nvPr>
            <p:ph idx="1" type="body"/>
          </p:nvPr>
        </p:nvSpPr>
        <p:spPr>
          <a:xfrm>
            <a:off x="5013432" y="2699982"/>
            <a:ext cx="3566160" cy="2163172"/>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38" name="Google Shape;138;p17"/>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7"/>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7"/>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bove Caption">
  <p:cSld name="Picture above Caption">
    <p:spTree>
      <p:nvGrpSpPr>
        <p:cNvPr id="141" name="Shape 141"/>
        <p:cNvGrpSpPr/>
        <p:nvPr/>
      </p:nvGrpSpPr>
      <p:grpSpPr>
        <a:xfrm>
          <a:off x="0" y="0"/>
          <a:ext cx="0" cy="0"/>
          <a:chOff x="0" y="0"/>
          <a:chExt cx="0" cy="0"/>
        </a:xfrm>
      </p:grpSpPr>
      <p:sp>
        <p:nvSpPr>
          <p:cNvPr id="142" name="Google Shape;142;p18"/>
          <p:cNvSpPr txBox="1"/>
          <p:nvPr>
            <p:ph type="title"/>
          </p:nvPr>
        </p:nvSpPr>
        <p:spPr>
          <a:xfrm>
            <a:off x="914400" y="3762376"/>
            <a:ext cx="7315200" cy="1162050"/>
          </a:xfrm>
          <a:prstGeom prst="rect">
            <a:avLst/>
          </a:prstGeom>
          <a:noFill/>
          <a:ln>
            <a:noFill/>
          </a:ln>
        </p:spPr>
        <p:txBody>
          <a:bodyPr anchorCtr="0" anchor="b" bIns="0" lIns="91425" spcFirstLastPara="1" rIns="91425" wrap="square" tIns="0">
            <a:noAutofit/>
          </a:bodyPr>
          <a:lstStyle>
            <a:lvl1pPr lvl="0" algn="l">
              <a:lnSpc>
                <a:spcPct val="127777"/>
              </a:lnSpc>
              <a:spcBef>
                <a:spcPts val="0"/>
              </a:spcBef>
              <a:spcAft>
                <a:spcPts val="0"/>
              </a:spcAft>
              <a:buClr>
                <a:schemeClr val="dk1"/>
              </a:buClr>
              <a:buSzPts val="3600"/>
              <a:buFont typeface="Sorts Mill Goudy"/>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43" name="Google Shape;143;p18"/>
          <p:cNvGrpSpPr/>
          <p:nvPr/>
        </p:nvGrpSpPr>
        <p:grpSpPr>
          <a:xfrm rot="232774">
            <a:off x="2059286" y="379101"/>
            <a:ext cx="5031327" cy="3443312"/>
            <a:chOff x="1524000" y="381000"/>
            <a:chExt cx="3657600" cy="4737978"/>
          </a:xfrm>
        </p:grpSpPr>
        <p:sp>
          <p:nvSpPr>
            <p:cNvPr id="144" name="Google Shape;144;p18"/>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45" name="Google Shape;145;p18"/>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46" name="Google Shape;146;p18"/>
          <p:cNvSpPr txBox="1"/>
          <p:nvPr>
            <p:ph idx="1" type="body"/>
          </p:nvPr>
        </p:nvSpPr>
        <p:spPr>
          <a:xfrm>
            <a:off x="914400" y="4928736"/>
            <a:ext cx="7315200" cy="987970"/>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47" name="Google Shape;147;p18"/>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8"/>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18"/>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0" name="Google Shape;150;p18"/>
          <p:cNvSpPr/>
          <p:nvPr>
            <p:ph idx="2" type="pic"/>
          </p:nvPr>
        </p:nvSpPr>
        <p:spPr>
          <a:xfrm rot="232774">
            <a:off x="2248161" y="564564"/>
            <a:ext cx="4653577" cy="307238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above Caption">
  <p:cSld name="2 Pictures above Caption">
    <p:spTree>
      <p:nvGrpSpPr>
        <p:cNvPr id="151" name="Shape 151"/>
        <p:cNvGrpSpPr/>
        <p:nvPr/>
      </p:nvGrpSpPr>
      <p:grpSpPr>
        <a:xfrm>
          <a:off x="0" y="0"/>
          <a:ext cx="0" cy="0"/>
          <a:chOff x="0" y="0"/>
          <a:chExt cx="0" cy="0"/>
        </a:xfrm>
      </p:grpSpPr>
      <p:sp>
        <p:nvSpPr>
          <p:cNvPr id="152" name="Google Shape;152;p19"/>
          <p:cNvSpPr txBox="1"/>
          <p:nvPr>
            <p:ph type="title"/>
          </p:nvPr>
        </p:nvSpPr>
        <p:spPr>
          <a:xfrm>
            <a:off x="914400" y="3762376"/>
            <a:ext cx="7315200" cy="1162050"/>
          </a:xfrm>
          <a:prstGeom prst="rect">
            <a:avLst/>
          </a:prstGeom>
          <a:noFill/>
          <a:ln>
            <a:noFill/>
          </a:ln>
        </p:spPr>
        <p:txBody>
          <a:bodyPr anchorCtr="0" anchor="b" bIns="0" lIns="91425" spcFirstLastPara="1" rIns="91425" wrap="square" tIns="0">
            <a:noAutofit/>
          </a:bodyPr>
          <a:lstStyle>
            <a:lvl1pPr lvl="0" algn="l">
              <a:lnSpc>
                <a:spcPct val="127777"/>
              </a:lnSpc>
              <a:spcBef>
                <a:spcPts val="0"/>
              </a:spcBef>
              <a:spcAft>
                <a:spcPts val="0"/>
              </a:spcAft>
              <a:buClr>
                <a:schemeClr val="dk1"/>
              </a:buClr>
              <a:buSzPts val="3600"/>
              <a:buFont typeface="Sorts Mill Goudy"/>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53" name="Google Shape;153;p19"/>
          <p:cNvGrpSpPr/>
          <p:nvPr/>
        </p:nvGrpSpPr>
        <p:grpSpPr>
          <a:xfrm rot="-180000">
            <a:off x="113687" y="116368"/>
            <a:ext cx="3969060" cy="3705360"/>
            <a:chOff x="1524000" y="381000"/>
            <a:chExt cx="3657600" cy="4737978"/>
          </a:xfrm>
        </p:grpSpPr>
        <p:sp>
          <p:nvSpPr>
            <p:cNvPr id="154" name="Google Shape;154;p19"/>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55" name="Google Shape;155;p19"/>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56" name="Google Shape;156;p19"/>
          <p:cNvSpPr/>
          <p:nvPr>
            <p:ph idx="2" type="pic"/>
          </p:nvPr>
        </p:nvSpPr>
        <p:spPr>
          <a:xfrm rot="-180000">
            <a:off x="299155" y="305001"/>
            <a:ext cx="3598455" cy="3334235"/>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grpSp>
        <p:nvGrpSpPr>
          <p:cNvPr id="157" name="Google Shape;157;p19"/>
          <p:cNvGrpSpPr/>
          <p:nvPr/>
        </p:nvGrpSpPr>
        <p:grpSpPr>
          <a:xfrm rot="360000">
            <a:off x="4165483" y="323143"/>
            <a:ext cx="4792693" cy="3443312"/>
            <a:chOff x="1524000" y="381000"/>
            <a:chExt cx="3657600" cy="4737978"/>
          </a:xfrm>
        </p:grpSpPr>
        <p:sp>
          <p:nvSpPr>
            <p:cNvPr id="158" name="Google Shape;158;p19"/>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59" name="Google Shape;159;p19"/>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60" name="Google Shape;160;p19"/>
          <p:cNvSpPr/>
          <p:nvPr>
            <p:ph idx="3" type="pic"/>
          </p:nvPr>
        </p:nvSpPr>
        <p:spPr>
          <a:xfrm rot="360000">
            <a:off x="4336486" y="507668"/>
            <a:ext cx="4432860" cy="307238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161" name="Google Shape;161;p19"/>
          <p:cNvSpPr txBox="1"/>
          <p:nvPr>
            <p:ph idx="1" type="body"/>
          </p:nvPr>
        </p:nvSpPr>
        <p:spPr>
          <a:xfrm>
            <a:off x="914400" y="4926106"/>
            <a:ext cx="7315200" cy="990600"/>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62" name="Google Shape;162;p19"/>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19"/>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9"/>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bg>
      <p:bgPr>
        <a:blipFill>
          <a:blip r:embed="rId2">
            <a:alphaModFix/>
          </a:blip>
          <a:stretch>
            <a:fillRect/>
          </a:stretch>
        </a:blipFill>
      </p:bgPr>
    </p:bg>
    <p:spTree>
      <p:nvGrpSpPr>
        <p:cNvPr id="165" name="Shape 165"/>
        <p:cNvGrpSpPr/>
        <p:nvPr/>
      </p:nvGrpSpPr>
      <p:grpSpPr>
        <a:xfrm>
          <a:off x="0" y="0"/>
          <a:ext cx="0" cy="0"/>
          <a:chOff x="0" y="0"/>
          <a:chExt cx="0" cy="0"/>
        </a:xfrm>
      </p:grpSpPr>
      <p:sp>
        <p:nvSpPr>
          <p:cNvPr id="166" name="Google Shape;166;p20"/>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0"/>
          <p:cNvSpPr txBox="1"/>
          <p:nvPr>
            <p:ph idx="1" type="body"/>
          </p:nvPr>
        </p:nvSpPr>
        <p:spPr>
          <a:xfrm rot="5400000">
            <a:off x="2543180" y="106363"/>
            <a:ext cx="4056062" cy="7313613"/>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Clr>
                <a:schemeClr val="dk1"/>
              </a:buClr>
              <a:buSzPts val="1620"/>
              <a:buChar char="•"/>
              <a:defRPr/>
            </a:lvl1pPr>
            <a:lvl2pPr indent="-331469" lvl="1" marL="914400" algn="l">
              <a:spcBef>
                <a:spcPts val="600"/>
              </a:spcBef>
              <a:spcAft>
                <a:spcPts val="0"/>
              </a:spcAft>
              <a:buClr>
                <a:schemeClr val="dk1"/>
              </a:buClr>
              <a:buSzPts val="1620"/>
              <a:buChar char="•"/>
              <a:defRPr/>
            </a:lvl2pPr>
            <a:lvl3pPr indent="-331469" lvl="2" marL="1371600" algn="l">
              <a:spcBef>
                <a:spcPts val="600"/>
              </a:spcBef>
              <a:spcAft>
                <a:spcPts val="0"/>
              </a:spcAft>
              <a:buClr>
                <a:schemeClr val="dk1"/>
              </a:buClr>
              <a:buSzPts val="1620"/>
              <a:buChar char="•"/>
              <a:defRPr/>
            </a:lvl3pPr>
            <a:lvl4pPr indent="-331469" lvl="3" marL="1828800" algn="l">
              <a:spcBef>
                <a:spcPts val="600"/>
              </a:spcBef>
              <a:spcAft>
                <a:spcPts val="0"/>
              </a:spcAft>
              <a:buClr>
                <a:schemeClr val="dk1"/>
              </a:buClr>
              <a:buSzPts val="1620"/>
              <a:buChar char="•"/>
              <a:defRPr/>
            </a:lvl4pPr>
            <a:lvl5pPr indent="-331470" lvl="4" marL="2286000" algn="l">
              <a:spcBef>
                <a:spcPts val="600"/>
              </a:spcBef>
              <a:spcAft>
                <a:spcPts val="0"/>
              </a:spcAft>
              <a:buClr>
                <a:schemeClr val="dk1"/>
              </a:buClr>
              <a:buSzPts val="1620"/>
              <a:buFont typeface="Sorts Mill Goudy"/>
              <a:buChar char="•"/>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168" name="Google Shape;168;p20"/>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20"/>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0"/>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blipFill>
          <a:blip r:embed="rId2">
            <a:alphaModFix/>
          </a:blip>
          <a:stretch>
            <a:fillRect/>
          </a:stretch>
        </a:blipFill>
      </p:bgPr>
    </p:bg>
    <p:spTree>
      <p:nvGrpSpPr>
        <p:cNvPr id="171" name="Shape 171"/>
        <p:cNvGrpSpPr/>
        <p:nvPr/>
      </p:nvGrpSpPr>
      <p:grpSpPr>
        <a:xfrm>
          <a:off x="0" y="0"/>
          <a:ext cx="0" cy="0"/>
          <a:chOff x="0" y="0"/>
          <a:chExt cx="0" cy="0"/>
        </a:xfrm>
      </p:grpSpPr>
      <p:sp>
        <p:nvSpPr>
          <p:cNvPr id="172" name="Google Shape;172;p21"/>
          <p:cNvSpPr txBox="1"/>
          <p:nvPr>
            <p:ph type="title"/>
          </p:nvPr>
        </p:nvSpPr>
        <p:spPr>
          <a:xfrm rot="5400000">
            <a:off x="5295821" y="2706715"/>
            <a:ext cx="5357812" cy="846083"/>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21"/>
          <p:cNvSpPr txBox="1"/>
          <p:nvPr>
            <p:ph idx="1" type="body"/>
          </p:nvPr>
        </p:nvSpPr>
        <p:spPr>
          <a:xfrm rot="5400000">
            <a:off x="1207294" y="157957"/>
            <a:ext cx="5357812" cy="5943600"/>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Clr>
                <a:schemeClr val="dk1"/>
              </a:buClr>
              <a:buSzPts val="1620"/>
              <a:buChar char="•"/>
              <a:defRPr/>
            </a:lvl1pPr>
            <a:lvl2pPr indent="-331469" lvl="1" marL="914400" algn="l">
              <a:spcBef>
                <a:spcPts val="600"/>
              </a:spcBef>
              <a:spcAft>
                <a:spcPts val="0"/>
              </a:spcAft>
              <a:buClr>
                <a:schemeClr val="dk1"/>
              </a:buClr>
              <a:buSzPts val="1620"/>
              <a:buChar char="•"/>
              <a:defRPr/>
            </a:lvl2pPr>
            <a:lvl3pPr indent="-331469" lvl="2" marL="1371600" algn="l">
              <a:spcBef>
                <a:spcPts val="600"/>
              </a:spcBef>
              <a:spcAft>
                <a:spcPts val="0"/>
              </a:spcAft>
              <a:buClr>
                <a:schemeClr val="dk1"/>
              </a:buClr>
              <a:buSzPts val="1620"/>
              <a:buChar char="•"/>
              <a:defRPr/>
            </a:lvl3pPr>
            <a:lvl4pPr indent="-331469" lvl="3" marL="1828800" algn="l">
              <a:spcBef>
                <a:spcPts val="600"/>
              </a:spcBef>
              <a:spcAft>
                <a:spcPts val="0"/>
              </a:spcAft>
              <a:buClr>
                <a:schemeClr val="dk1"/>
              </a:buClr>
              <a:buSzPts val="1620"/>
              <a:buChar char="•"/>
              <a:defRPr/>
            </a:lvl4pPr>
            <a:lvl5pPr indent="-331470" lvl="4" marL="2286000" algn="l">
              <a:spcBef>
                <a:spcPts val="600"/>
              </a:spcBef>
              <a:spcAft>
                <a:spcPts val="0"/>
              </a:spcAft>
              <a:buClr>
                <a:schemeClr val="dk1"/>
              </a:buClr>
              <a:buSzPts val="1620"/>
              <a:buFont typeface="Sorts Mill Goudy"/>
              <a:buChar char="•"/>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174" name="Google Shape;174;p21"/>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21"/>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21"/>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dk1"/>
              </a:buClr>
              <a:buSzPts val="4600"/>
              <a:buFont typeface="Sorts Mill Goudy"/>
              <a:buNone/>
              <a:defRPr b="0" i="0" sz="4600" u="none" cap="none" strike="noStrike">
                <a:solidFill>
                  <a:schemeClr val="dk1"/>
                </a:solidFill>
                <a:latin typeface="Sorts Mill Goudy"/>
                <a:ea typeface="Sorts Mill Goudy"/>
                <a:cs typeface="Sorts Mill Goudy"/>
                <a:sym typeface="Sorts Mill Goud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914404" y="1735138"/>
            <a:ext cx="7313613" cy="4056062"/>
          </a:xfrm>
          <a:prstGeom prst="rect">
            <a:avLst/>
          </a:prstGeom>
          <a:noFill/>
          <a:ln>
            <a:noFill/>
          </a:ln>
        </p:spPr>
        <p:txBody>
          <a:bodyPr anchorCtr="0" anchor="t" bIns="45700" lIns="91425" spcFirstLastPara="1" rIns="91425" wrap="square" tIns="45700">
            <a:noAutofit/>
          </a:bodyPr>
          <a:lstStyle>
            <a:lvl1pPr indent="-365760" lvl="0" marL="457200" marR="0" rtl="0" algn="l">
              <a:spcBef>
                <a:spcPts val="2000"/>
              </a:spcBef>
              <a:spcAft>
                <a:spcPts val="0"/>
              </a:spcAft>
              <a:buClr>
                <a:schemeClr val="dk1"/>
              </a:buClr>
              <a:buSzPts val="2160"/>
              <a:buFont typeface="Sorts Mill Goudy"/>
              <a:buChar char="•"/>
              <a:defRPr b="0" i="0" sz="2400" u="none" cap="none" strike="noStrike">
                <a:solidFill>
                  <a:schemeClr val="dk1"/>
                </a:solidFill>
                <a:latin typeface="Sorts Mill Goudy"/>
                <a:ea typeface="Sorts Mill Goudy"/>
                <a:cs typeface="Sorts Mill Goudy"/>
                <a:sym typeface="Sorts Mill Goudy"/>
              </a:defRPr>
            </a:lvl1pPr>
            <a:lvl2pPr indent="-354330" lvl="1" marL="914400"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indent="-342900" lvl="2" marL="1371600"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indent="-331469" lvl="3" marL="1828800"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indent="-331470" lvl="4" marL="2286000"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indent="-331470" lvl="5" marL="27432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indent="-331470" lvl="6" marL="32004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indent="-331470" lvl="7" marL="36576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indent="-331470" lvl="8" marL="41148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12" name="Google Shape;12;p1"/>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dk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9pPr>
          </a:lstStyle>
          <a:p/>
        </p:txBody>
      </p:sp>
      <p:sp>
        <p:nvSpPr>
          <p:cNvPr id="13" name="Google Shape;13;p1"/>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dk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9pPr>
          </a:lstStyle>
          <a:p/>
        </p:txBody>
      </p:sp>
      <p:sp>
        <p:nvSpPr>
          <p:cNvPr id="14" name="Google Shape;14;p1"/>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200" u="none" cap="none" strike="noStrike">
                <a:solidFill>
                  <a:schemeClr val="dk1"/>
                </a:solidFill>
                <a:latin typeface="Impact"/>
                <a:ea typeface="Impact"/>
                <a:cs typeface="Impact"/>
                <a:sym typeface="Impact"/>
              </a:defRPr>
            </a:lvl1pPr>
            <a:lvl2pPr indent="0" lvl="1" marL="0" marR="0" rtl="0" algn="r">
              <a:spcBef>
                <a:spcPts val="0"/>
              </a:spcBef>
              <a:buNone/>
              <a:defRPr b="0" i="0" sz="8200" u="none" cap="none" strike="noStrike">
                <a:solidFill>
                  <a:schemeClr val="dk1"/>
                </a:solidFill>
                <a:latin typeface="Impact"/>
                <a:ea typeface="Impact"/>
                <a:cs typeface="Impact"/>
                <a:sym typeface="Impact"/>
              </a:defRPr>
            </a:lvl2pPr>
            <a:lvl3pPr indent="0" lvl="2" marL="0" marR="0" rtl="0" algn="r">
              <a:spcBef>
                <a:spcPts val="0"/>
              </a:spcBef>
              <a:buNone/>
              <a:defRPr b="0" i="0" sz="8200" u="none" cap="none" strike="noStrike">
                <a:solidFill>
                  <a:schemeClr val="dk1"/>
                </a:solidFill>
                <a:latin typeface="Impact"/>
                <a:ea typeface="Impact"/>
                <a:cs typeface="Impact"/>
                <a:sym typeface="Impact"/>
              </a:defRPr>
            </a:lvl3pPr>
            <a:lvl4pPr indent="0" lvl="3" marL="0" marR="0" rtl="0" algn="r">
              <a:spcBef>
                <a:spcPts val="0"/>
              </a:spcBef>
              <a:buNone/>
              <a:defRPr b="0" i="0" sz="8200" u="none" cap="none" strike="noStrike">
                <a:solidFill>
                  <a:schemeClr val="dk1"/>
                </a:solidFill>
                <a:latin typeface="Impact"/>
                <a:ea typeface="Impact"/>
                <a:cs typeface="Impact"/>
                <a:sym typeface="Impact"/>
              </a:defRPr>
            </a:lvl4pPr>
            <a:lvl5pPr indent="0" lvl="4" marL="0" marR="0" rtl="0" algn="r">
              <a:spcBef>
                <a:spcPts val="0"/>
              </a:spcBef>
              <a:buNone/>
              <a:defRPr b="0" i="0" sz="8200" u="none" cap="none" strike="noStrike">
                <a:solidFill>
                  <a:schemeClr val="dk1"/>
                </a:solidFill>
                <a:latin typeface="Impact"/>
                <a:ea typeface="Impact"/>
                <a:cs typeface="Impact"/>
                <a:sym typeface="Impact"/>
              </a:defRPr>
            </a:lvl5pPr>
            <a:lvl6pPr indent="0" lvl="5" marL="0" marR="0" rtl="0" algn="r">
              <a:spcBef>
                <a:spcPts val="0"/>
              </a:spcBef>
              <a:buNone/>
              <a:defRPr b="0" i="0" sz="8200" u="none" cap="none" strike="noStrike">
                <a:solidFill>
                  <a:schemeClr val="dk1"/>
                </a:solidFill>
                <a:latin typeface="Impact"/>
                <a:ea typeface="Impact"/>
                <a:cs typeface="Impact"/>
                <a:sym typeface="Impact"/>
              </a:defRPr>
            </a:lvl6pPr>
            <a:lvl7pPr indent="0" lvl="6" marL="0" marR="0" rtl="0" algn="r">
              <a:spcBef>
                <a:spcPts val="0"/>
              </a:spcBef>
              <a:buNone/>
              <a:defRPr b="0" i="0" sz="8200" u="none" cap="none" strike="noStrike">
                <a:solidFill>
                  <a:schemeClr val="dk1"/>
                </a:solidFill>
                <a:latin typeface="Impact"/>
                <a:ea typeface="Impact"/>
                <a:cs typeface="Impact"/>
                <a:sym typeface="Impact"/>
              </a:defRPr>
            </a:lvl7pPr>
            <a:lvl8pPr indent="0" lvl="7" marL="0" marR="0" rtl="0" algn="r">
              <a:spcBef>
                <a:spcPts val="0"/>
              </a:spcBef>
              <a:buNone/>
              <a:defRPr b="0" i="0" sz="8200" u="none" cap="none" strike="noStrike">
                <a:solidFill>
                  <a:schemeClr val="dk1"/>
                </a:solidFill>
                <a:latin typeface="Impact"/>
                <a:ea typeface="Impact"/>
                <a:cs typeface="Impact"/>
                <a:sym typeface="Impact"/>
              </a:defRPr>
            </a:lvl8pPr>
            <a:lvl9pPr indent="0" lvl="8" marL="0" marR="0" rtl="0" algn="r">
              <a:spcBef>
                <a:spcPts val="0"/>
              </a:spcBef>
              <a:buNone/>
              <a:defRPr b="0" i="0" sz="8200" u="none" cap="none" strike="noStrike">
                <a:solidFill>
                  <a:schemeClr val="dk1"/>
                </a:solidFill>
                <a:latin typeface="Impact"/>
                <a:ea typeface="Impact"/>
                <a:cs typeface="Impact"/>
                <a:sym typeface="Impac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tatic01.nyt.com/images/2017/08/25/upshot/25up-redliningoak/25up-redliningoak-jumbo.jpg?quality=90&amp;auto=web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nvSpPr>
        <p:spPr>
          <a:xfrm>
            <a:off x="867354" y="512416"/>
            <a:ext cx="7418972" cy="563231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3600" u="none" cap="none" strike="noStrike">
                <a:solidFill>
                  <a:schemeClr val="dk1"/>
                </a:solidFill>
                <a:latin typeface="Impact"/>
                <a:ea typeface="Impact"/>
                <a:cs typeface="Impact"/>
                <a:sym typeface="Impact"/>
              </a:rPr>
              <a:t>Systemic Inequality</a:t>
            </a:r>
            <a:endParaRPr b="1"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t/>
            </a:r>
            <a:endParaRPr b="0" i="0" sz="24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rPr b="1" lang="en-US" sz="2000" u="sng" cap="none" strike="noStrike">
                <a:solidFill>
                  <a:schemeClr val="dk1"/>
                </a:solidFill>
                <a:latin typeface="Roboto Slab"/>
                <a:ea typeface="Roboto Slab"/>
                <a:cs typeface="Roboto Slab"/>
                <a:sym typeface="Roboto Slab"/>
              </a:rPr>
              <a:t>Learning Outcomes</a:t>
            </a:r>
            <a:endParaRPr b="1" sz="2000">
              <a:latin typeface="Roboto Slab"/>
              <a:ea typeface="Roboto Slab"/>
              <a:cs typeface="Roboto Slab"/>
              <a:sym typeface="Roboto Slab"/>
            </a:endParaRPr>
          </a:p>
          <a:p>
            <a:pPr indent="0" lvl="0" marL="0" marR="0" rtl="0" algn="ctr">
              <a:spcBef>
                <a:spcPts val="0"/>
              </a:spcBef>
              <a:spcAft>
                <a:spcPts val="0"/>
              </a:spcAft>
              <a:buNone/>
            </a:pPr>
            <a:r>
              <a:rPr i="0" lang="en-US" sz="2000" u="none" cap="none" strike="noStrike">
                <a:solidFill>
                  <a:srgbClr val="000000"/>
                </a:solidFill>
                <a:latin typeface="Roboto Slab Regular"/>
                <a:ea typeface="Roboto Slab Regular"/>
                <a:cs typeface="Roboto Slab Regular"/>
                <a:sym typeface="Roboto Slab Regular"/>
              </a:rPr>
              <a:t>Service Learning: </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000" u="none" cap="none" strike="noStrike">
                <a:solidFill>
                  <a:srgbClr val="000000"/>
                </a:solidFill>
                <a:latin typeface="Roboto Slab Regular"/>
                <a:ea typeface="Roboto Slab Regular"/>
                <a:cs typeface="Roboto Slab Regular"/>
                <a:sym typeface="Roboto Slab Regular"/>
              </a:rPr>
              <a:t>Ethnic Studies: 1. </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000" u="none" cap="none" strike="noStrike">
                <a:solidFill>
                  <a:srgbClr val="000000"/>
                </a:solidFill>
                <a:latin typeface="Roboto Slab Regular"/>
                <a:ea typeface="Roboto Slab Regular"/>
                <a:cs typeface="Roboto Slab Regular"/>
                <a:sym typeface="Roboto Slab Regular"/>
              </a:rPr>
              <a:t>Area D: </a:t>
            </a:r>
            <a:endParaRPr i="0" sz="2000" u="none" cap="none" strike="noStrike">
              <a:solidFill>
                <a:srgbClr val="000000"/>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0" sz="2000" u="none" cap="none" strike="noStrike">
              <a:solidFill>
                <a:srgbClr val="000000"/>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b="1" lang="en-US" sz="2000" u="sng" cap="none" strike="noStrike">
                <a:solidFill>
                  <a:srgbClr val="000000"/>
                </a:solidFill>
                <a:latin typeface="Roboto Slab"/>
                <a:ea typeface="Roboto Slab"/>
                <a:cs typeface="Roboto Slab"/>
                <a:sym typeface="Roboto Slab"/>
              </a:rPr>
              <a:t>Concepts</a:t>
            </a:r>
            <a:endParaRPr b="1" sz="2000">
              <a:latin typeface="Roboto Slab"/>
              <a:ea typeface="Roboto Slab"/>
              <a:cs typeface="Roboto Slab"/>
              <a:sym typeface="Roboto Slab"/>
            </a:endParaRPr>
          </a:p>
          <a:p>
            <a:pPr indent="0" lvl="0" marL="0" marR="0" rtl="0" algn="ctr">
              <a:spcBef>
                <a:spcPts val="0"/>
              </a:spcBef>
              <a:spcAft>
                <a:spcPts val="0"/>
              </a:spcAft>
              <a:buNone/>
            </a:pPr>
            <a:r>
              <a:rPr lang="en-US" sz="2000">
                <a:latin typeface="Roboto Slab Regular"/>
                <a:ea typeface="Roboto Slab Regular"/>
                <a:cs typeface="Roboto Slab Regular"/>
                <a:sym typeface="Roboto Slab Regular"/>
              </a:rPr>
              <a:t>Racial Wealth Gap</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latin typeface="Roboto Slab Regular"/>
                <a:ea typeface="Roboto Slab Regular"/>
                <a:cs typeface="Roboto Slab Regular"/>
                <a:sym typeface="Roboto Slab Regular"/>
              </a:rPr>
              <a:t>Restrictive Covenants</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latin typeface="Roboto Slab Regular"/>
                <a:ea typeface="Roboto Slab Regular"/>
                <a:cs typeface="Roboto Slab Regular"/>
                <a:sym typeface="Roboto Slab Regular"/>
              </a:rPr>
              <a:t>Redlining</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latin typeface="Roboto Slab Regular"/>
                <a:ea typeface="Roboto Slab Regular"/>
                <a:cs typeface="Roboto Slab Regular"/>
                <a:sym typeface="Roboto Slab Regular"/>
              </a:rPr>
              <a:t>Gentrification</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latin typeface="Roboto Slab Regular"/>
              <a:ea typeface="Roboto Slab Regular"/>
              <a:cs typeface="Roboto Slab Regular"/>
              <a:sym typeface="Roboto Slab Regul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nvSpPr>
        <p:spPr>
          <a:xfrm>
            <a:off x="401925" y="335600"/>
            <a:ext cx="8328000" cy="62301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500">
                <a:solidFill>
                  <a:schemeClr val="dk1"/>
                </a:solidFill>
                <a:latin typeface="Impact"/>
                <a:ea typeface="Impact"/>
                <a:cs typeface="Impact"/>
                <a:sym typeface="Impact"/>
              </a:rPr>
              <a:t>Some Forms of Structural Inequality</a:t>
            </a:r>
            <a:endParaRPr b="0" i="0" sz="35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1" lang="en-US" sz="3000">
                <a:solidFill>
                  <a:schemeClr val="dk1"/>
                </a:solidFill>
                <a:latin typeface="Cambria"/>
                <a:ea typeface="Cambria"/>
                <a:cs typeface="Cambria"/>
                <a:sym typeface="Cambria"/>
              </a:rPr>
              <a:t>Education</a:t>
            </a:r>
            <a:endParaRPr i="1" sz="3000">
              <a:solidFill>
                <a:schemeClr val="dk1"/>
              </a:solidFill>
              <a:latin typeface="Cambria"/>
              <a:ea typeface="Cambria"/>
              <a:cs typeface="Cambria"/>
              <a:sym typeface="Cambria"/>
            </a:endParaRPr>
          </a:p>
          <a:p>
            <a:pPr indent="0" lvl="0" marL="0" marR="0" rtl="0" algn="ctr">
              <a:spcBef>
                <a:spcPts val="0"/>
              </a:spcBef>
              <a:spcAft>
                <a:spcPts val="0"/>
              </a:spcAft>
              <a:buNone/>
            </a:pPr>
            <a:r>
              <a:rPr i="1" lang="en-US" sz="3000">
                <a:solidFill>
                  <a:schemeClr val="dk1"/>
                </a:solidFill>
                <a:latin typeface="Cambria"/>
                <a:ea typeface="Cambria"/>
                <a:cs typeface="Cambria"/>
                <a:sym typeface="Cambria"/>
              </a:rPr>
              <a:t>Housing</a:t>
            </a:r>
            <a:endParaRPr i="1" sz="3000">
              <a:solidFill>
                <a:schemeClr val="dk1"/>
              </a:solidFill>
              <a:latin typeface="Cambria"/>
              <a:ea typeface="Cambria"/>
              <a:cs typeface="Cambria"/>
              <a:sym typeface="Cambria"/>
            </a:endParaRPr>
          </a:p>
          <a:p>
            <a:pPr indent="0" lvl="0" marL="0" marR="0" rtl="0" algn="ctr">
              <a:spcBef>
                <a:spcPts val="0"/>
              </a:spcBef>
              <a:spcAft>
                <a:spcPts val="0"/>
              </a:spcAft>
              <a:buNone/>
            </a:pPr>
            <a:r>
              <a:rPr i="1" lang="en-US" sz="3000">
                <a:solidFill>
                  <a:schemeClr val="dk1"/>
                </a:solidFill>
                <a:latin typeface="Cambria"/>
                <a:ea typeface="Cambria"/>
                <a:cs typeface="Cambria"/>
                <a:sym typeface="Cambria"/>
              </a:rPr>
              <a:t>Health Care</a:t>
            </a:r>
            <a:endParaRPr i="1" sz="3000">
              <a:solidFill>
                <a:schemeClr val="dk1"/>
              </a:solidFill>
              <a:latin typeface="Cambria"/>
              <a:ea typeface="Cambria"/>
              <a:cs typeface="Cambria"/>
              <a:sym typeface="Cambria"/>
            </a:endParaRPr>
          </a:p>
          <a:p>
            <a:pPr indent="0" lvl="0" marL="0" marR="0" rtl="0" algn="ctr">
              <a:spcBef>
                <a:spcPts val="0"/>
              </a:spcBef>
              <a:spcAft>
                <a:spcPts val="0"/>
              </a:spcAft>
              <a:buNone/>
            </a:pPr>
            <a:r>
              <a:rPr i="1" lang="en-US" sz="3000">
                <a:solidFill>
                  <a:schemeClr val="dk1"/>
                </a:solidFill>
                <a:latin typeface="Cambria"/>
                <a:ea typeface="Cambria"/>
                <a:cs typeface="Cambria"/>
                <a:sym typeface="Cambria"/>
              </a:rPr>
              <a:t>Race</a:t>
            </a:r>
            <a:endParaRPr i="1" sz="3000">
              <a:solidFill>
                <a:schemeClr val="dk1"/>
              </a:solidFill>
              <a:latin typeface="Cambria"/>
              <a:ea typeface="Cambria"/>
              <a:cs typeface="Cambria"/>
              <a:sym typeface="Cambria"/>
            </a:endParaRPr>
          </a:p>
          <a:p>
            <a:pPr indent="0" lvl="0" marL="0" marR="0" rtl="0" algn="ctr">
              <a:spcBef>
                <a:spcPts val="0"/>
              </a:spcBef>
              <a:spcAft>
                <a:spcPts val="0"/>
              </a:spcAft>
              <a:buNone/>
            </a:pPr>
            <a:r>
              <a:rPr i="1" lang="en-US" sz="3000">
                <a:solidFill>
                  <a:schemeClr val="dk1"/>
                </a:solidFill>
                <a:latin typeface="Cambria"/>
                <a:ea typeface="Cambria"/>
                <a:cs typeface="Cambria"/>
                <a:sym typeface="Cambria"/>
              </a:rPr>
              <a:t>Gender</a:t>
            </a:r>
            <a:endParaRPr i="1" sz="3000">
              <a:solidFill>
                <a:schemeClr val="dk1"/>
              </a:solidFill>
              <a:latin typeface="Cambria"/>
              <a:ea typeface="Cambria"/>
              <a:cs typeface="Cambria"/>
              <a:sym typeface="Cambria"/>
            </a:endParaRPr>
          </a:p>
          <a:p>
            <a:pPr indent="0" lvl="0" marL="0" marR="0" rtl="0" algn="ctr">
              <a:spcBef>
                <a:spcPts val="0"/>
              </a:spcBef>
              <a:spcAft>
                <a:spcPts val="0"/>
              </a:spcAft>
              <a:buNone/>
            </a:pPr>
            <a:r>
              <a:rPr i="1" lang="en-US" sz="3000">
                <a:solidFill>
                  <a:schemeClr val="dk1"/>
                </a:solidFill>
                <a:latin typeface="Cambria"/>
                <a:ea typeface="Cambria"/>
                <a:cs typeface="Cambria"/>
                <a:sym typeface="Cambria"/>
              </a:rPr>
              <a:t>Media</a:t>
            </a:r>
            <a:endParaRPr i="1" sz="3000">
              <a:solidFill>
                <a:schemeClr val="dk1"/>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4"/>
          <p:cNvSpPr txBox="1"/>
          <p:nvPr/>
        </p:nvSpPr>
        <p:spPr>
          <a:xfrm>
            <a:off x="401925" y="335598"/>
            <a:ext cx="8328000" cy="57576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Some inequalities seem self-inflicted.</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Failing to do homework will get you a lower grade.</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Why some people avoid doctors when they’re sick?</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People who don’t vote can’t complain about government.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If you don’t present residential address information at your polling place, you shouldn’t be allowed to vote.</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1" lang="en-US" sz="2400">
                <a:solidFill>
                  <a:schemeClr val="dk1"/>
                </a:solidFill>
                <a:latin typeface="Cambria"/>
                <a:ea typeface="Cambria"/>
                <a:cs typeface="Cambria"/>
                <a:sym typeface="Cambria"/>
              </a:rPr>
              <a:t>Any other common examples of blaming the victim?</a:t>
            </a:r>
            <a:endParaRPr i="1" sz="24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nvSpPr>
        <p:spPr>
          <a:xfrm>
            <a:off x="401925" y="335600"/>
            <a:ext cx="8328000" cy="62793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Clr>
                <a:schemeClr val="dk1"/>
              </a:buClr>
              <a:buFont typeface="Arial"/>
              <a:buNone/>
            </a:pPr>
            <a:r>
              <a:rPr lang="en-US" sz="3600">
                <a:solidFill>
                  <a:schemeClr val="dk1"/>
                </a:solidFill>
                <a:latin typeface="Impact"/>
                <a:ea typeface="Impact"/>
                <a:cs typeface="Impact"/>
                <a:sym typeface="Impact"/>
              </a:rPr>
              <a:t>An Anecdotal View</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Failing to do homework will get you a lower grade.</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i="1" lang="en-US" sz="1800">
                <a:solidFill>
                  <a:srgbClr val="0000FF"/>
                </a:solidFill>
                <a:latin typeface="Cambria"/>
                <a:ea typeface="Cambria"/>
                <a:cs typeface="Cambria"/>
                <a:sym typeface="Cambria"/>
              </a:rPr>
              <a:t>What if homework entails buying and reading a book per week?</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1000">
              <a:solidFill>
                <a:schemeClr val="dk1"/>
              </a:solidFill>
              <a:latin typeface="Cambria"/>
              <a:ea typeface="Cambria"/>
              <a:cs typeface="Cambria"/>
              <a:sym typeface="Cambria"/>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Why do</a:t>
            </a:r>
            <a:r>
              <a:rPr lang="en-US" sz="2400">
                <a:solidFill>
                  <a:schemeClr val="dk1"/>
                </a:solidFill>
                <a:latin typeface="Roboto Slab Regular"/>
                <a:ea typeface="Roboto Slab Regular"/>
                <a:cs typeface="Roboto Slab Regular"/>
                <a:sym typeface="Roboto Slab Regular"/>
              </a:rPr>
              <a:t> some people avoid doctors when they’re sick?</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t/>
            </a:r>
            <a:endParaRPr i="1" sz="1800">
              <a:solidFill>
                <a:srgbClr val="0000FF"/>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sz="1000">
              <a:solidFill>
                <a:srgbClr val="0000FF"/>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People who don’t vote can’t complain about government. </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t/>
            </a:r>
            <a:endParaRPr i="1" sz="1800">
              <a:solidFill>
                <a:srgbClr val="0000FF"/>
              </a:solidFill>
              <a:latin typeface="Cambria"/>
              <a:ea typeface="Cambria"/>
              <a:cs typeface="Cambria"/>
              <a:sym typeface="Cambria"/>
            </a:endParaRPr>
          </a:p>
          <a:p>
            <a:pPr indent="0" lvl="0" marL="0" rtl="0" algn="l">
              <a:spcBef>
                <a:spcPts val="0"/>
              </a:spcBef>
              <a:spcAft>
                <a:spcPts val="0"/>
              </a:spcAft>
              <a:buClr>
                <a:schemeClr val="dk1"/>
              </a:buClr>
              <a:buFont typeface="Arial"/>
              <a:buNone/>
            </a:pPr>
            <a:r>
              <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sz="1000">
              <a:solidFill>
                <a:srgbClr val="0000FF"/>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If you don’t present residential address information at your polling place, you shouldn’t be allowed to vote.</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nvSpPr>
        <p:spPr>
          <a:xfrm>
            <a:off x="401925" y="335600"/>
            <a:ext cx="8328000" cy="62793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Clr>
                <a:schemeClr val="dk1"/>
              </a:buClr>
              <a:buFont typeface="Arial"/>
              <a:buNone/>
            </a:pPr>
            <a:r>
              <a:rPr lang="en-US" sz="3600">
                <a:solidFill>
                  <a:schemeClr val="dk1"/>
                </a:solidFill>
                <a:latin typeface="Impact"/>
                <a:ea typeface="Impact"/>
                <a:cs typeface="Impact"/>
                <a:sym typeface="Impact"/>
              </a:rPr>
              <a:t>An Anecdotal View</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Failing to do homework will get you a lower grade.</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What if homework entails buying and reading a book per week?</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1000">
              <a:solidFill>
                <a:schemeClr val="dk1"/>
              </a:solidFill>
              <a:latin typeface="Cambria"/>
              <a:ea typeface="Cambria"/>
              <a:cs typeface="Cambria"/>
              <a:sym typeface="Cambria"/>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Why do some people avoid doctors when they’re sick?</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Regular doctors charge $300 with little wait. </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Doctors on Duty charges $150 with a very long wait.</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California minimum wage is $12 per hour.</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Even with insurance, how easy is it to take time off from work?</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sz="1000">
              <a:solidFill>
                <a:srgbClr val="0000FF"/>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People who don’t vote can’t complain about government.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If you don’t present residential address information at your polling place, you shouldn’t be allowed to vote.</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nvSpPr>
        <p:spPr>
          <a:xfrm>
            <a:off x="401925" y="335600"/>
            <a:ext cx="8328000" cy="62793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Clr>
                <a:schemeClr val="dk1"/>
              </a:buClr>
              <a:buFont typeface="Arial"/>
              <a:buNone/>
            </a:pPr>
            <a:r>
              <a:rPr lang="en-US" sz="3600">
                <a:solidFill>
                  <a:schemeClr val="dk1"/>
                </a:solidFill>
                <a:latin typeface="Impact"/>
                <a:ea typeface="Impact"/>
                <a:cs typeface="Impact"/>
                <a:sym typeface="Impact"/>
              </a:rPr>
              <a:t>An Anecdotal View</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Failing to do homework will get you a lower grade.</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What if homework entails buying and reading a book per week?</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1000">
              <a:solidFill>
                <a:schemeClr val="dk1"/>
              </a:solidFill>
              <a:latin typeface="Cambria"/>
              <a:ea typeface="Cambria"/>
              <a:cs typeface="Cambria"/>
              <a:sym typeface="Cambria"/>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Why do some people avoid doctors when they’re sick?</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Regular doctors charge $300 with little wait. </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Doctors on Duty charges $150 with a very long wait.</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California minimum wage is $12 per hour.</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Even with insurance, how easy is it to take time off from work?</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sz="1000">
              <a:solidFill>
                <a:srgbClr val="0000FF"/>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People who don’t vote can’t complain about government. </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Until last year, New York State would only let you vote in person on election days (they had separate days for federal and state elections).</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sz="1000">
              <a:solidFill>
                <a:srgbClr val="0000FF"/>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If you don’t present residential address information at your polling place, you shouldn’t be allowed to vote.</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nvSpPr>
        <p:spPr>
          <a:xfrm>
            <a:off x="401925" y="335600"/>
            <a:ext cx="8328000" cy="62793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An Anecdotal View</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Failing to do homework will get you a lower grade.</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What if homework entails buying and reading a book per week?</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1000">
              <a:solidFill>
                <a:schemeClr val="dk1"/>
              </a:solidFill>
              <a:latin typeface="Cambria"/>
              <a:ea typeface="Cambria"/>
              <a:cs typeface="Cambria"/>
              <a:sym typeface="Cambria"/>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Why do some people avoid doctors when they’re sick?</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Regular doctors charge $300 with little wait. </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Doctors on Duty charges $150 with a very long wait.</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California minimum wage is $12 per hour.</a:t>
            </a:r>
            <a:endParaRPr i="1" sz="1800">
              <a:solidFill>
                <a:srgbClr val="0000FF"/>
              </a:solidFill>
              <a:latin typeface="Cambria"/>
              <a:ea typeface="Cambria"/>
              <a:cs typeface="Cambria"/>
              <a:sym typeface="Cambria"/>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Even with insurance, how easy is it to take time off from work?</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sz="1000">
              <a:solidFill>
                <a:srgbClr val="0000FF"/>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People who don’t vote can’t complain about government. </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Until this year, New York State would only let you vote in person on election days (they had separate days for federal and state elections).</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sz="1000">
              <a:solidFill>
                <a:srgbClr val="0000FF"/>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If you don’t present residential address information at your polling place, you shouldn’t be allowed to vote.</a:t>
            </a:r>
            <a:endParaRPr sz="24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i="1" lang="en-US" sz="1800">
                <a:solidFill>
                  <a:srgbClr val="0000FF"/>
                </a:solidFill>
                <a:latin typeface="Cambria"/>
                <a:ea typeface="Cambria"/>
                <a:cs typeface="Cambria"/>
                <a:sym typeface="Cambria"/>
              </a:rPr>
              <a:t>Republicans passed this law in 2012 to suppress Native Americans turnout in North Dakota, who tend to vote Democrat and live on reservations and thus have a P.O. Box.</a:t>
            </a:r>
            <a:endParaRPr i="1" sz="18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txBox="1"/>
          <p:nvPr/>
        </p:nvSpPr>
        <p:spPr>
          <a:xfrm>
            <a:off x="242161" y="315743"/>
            <a:ext cx="8328000" cy="82053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Inequalities to examine</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br>
              <a:rPr b="0" i="0" lang="en-US" sz="2000" u="none" cap="none" strike="noStrike">
                <a:solidFill>
                  <a:schemeClr val="dk1"/>
                </a:solidFill>
                <a:latin typeface="Roboto Slab Regular"/>
                <a:ea typeface="Roboto Slab Regular"/>
                <a:cs typeface="Roboto Slab Regular"/>
                <a:sym typeface="Roboto Slab Regular"/>
              </a:rPr>
            </a:br>
            <a:r>
              <a:rPr lang="en-US" sz="2000">
                <a:solidFill>
                  <a:schemeClr val="dk1"/>
                </a:solidFill>
                <a:latin typeface="Roboto Slab Regular"/>
                <a:ea typeface="Roboto Slab Regular"/>
                <a:cs typeface="Roboto Slab Regular"/>
                <a:sym typeface="Roboto Slab Regular"/>
              </a:rPr>
              <a:t>1</a:t>
            </a:r>
            <a:r>
              <a:rPr b="0" i="0" lang="en-US" sz="2000" u="none" cap="none" strike="noStrike">
                <a:solidFill>
                  <a:schemeClr val="dk1"/>
                </a:solidFill>
                <a:latin typeface="Roboto Slab Regular"/>
                <a:ea typeface="Roboto Slab Regular"/>
                <a:cs typeface="Roboto Slab Regular"/>
                <a:sym typeface="Roboto Slab Regular"/>
              </a:rPr>
              <a:t>. </a:t>
            </a:r>
            <a:r>
              <a:rPr b="0" i="0" lang="en-US" sz="2000" u="none" cap="none" strike="noStrike">
                <a:solidFill>
                  <a:schemeClr val="dk1"/>
                </a:solidFill>
                <a:latin typeface="Roboto Slab Regular"/>
                <a:ea typeface="Roboto Slab Regular"/>
                <a:cs typeface="Roboto Slab Regular"/>
                <a:sym typeface="Roboto Slab Regular"/>
              </a:rPr>
              <a:t> </a:t>
            </a:r>
            <a:r>
              <a:rPr lang="en-US" sz="2000">
                <a:solidFill>
                  <a:schemeClr val="dk1"/>
                </a:solidFill>
                <a:latin typeface="Roboto Slab Regular"/>
                <a:ea typeface="Roboto Slab Regular"/>
                <a:cs typeface="Roboto Slab Regular"/>
                <a:sym typeface="Roboto Slab Regular"/>
              </a:rPr>
              <a:t>Widening income gap</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2.  The racial wealth gap.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3.  Housing discrimination</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0"/>
          <p:cNvSpPr txBox="1"/>
          <p:nvPr/>
        </p:nvSpPr>
        <p:spPr>
          <a:xfrm>
            <a:off x="242161" y="315743"/>
            <a:ext cx="8328000" cy="82053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Widening Income Gap</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br>
              <a:rPr b="0" i="0" lang="en-US" sz="2000" u="none" cap="none" strike="noStrike">
                <a:solidFill>
                  <a:schemeClr val="dk1"/>
                </a:solidFill>
                <a:latin typeface="Roboto Slab Regular"/>
                <a:ea typeface="Roboto Slab Regular"/>
                <a:cs typeface="Roboto Slab Regular"/>
                <a:sym typeface="Roboto Slab Regular"/>
              </a:rPr>
            </a:br>
            <a:r>
              <a:rPr lang="en-US" sz="2000">
                <a:solidFill>
                  <a:schemeClr val="dk1"/>
                </a:solidFill>
                <a:latin typeface="Roboto Slab Regular"/>
                <a:ea typeface="Roboto Slab Regular"/>
                <a:cs typeface="Roboto Slab Regular"/>
                <a:sym typeface="Roboto Slab Regular"/>
              </a:rPr>
              <a:t>1</a:t>
            </a:r>
            <a:r>
              <a:rPr b="0" i="0" lang="en-US" sz="2000" u="none" cap="none" strike="noStrike">
                <a:solidFill>
                  <a:schemeClr val="dk1"/>
                </a:solidFill>
                <a:latin typeface="Roboto Slab Regular"/>
                <a:ea typeface="Roboto Slab Regular"/>
                <a:cs typeface="Roboto Slab Regular"/>
                <a:sym typeface="Roboto Slab Regular"/>
              </a:rPr>
              <a:t>.  </a:t>
            </a:r>
            <a:r>
              <a:rPr lang="en-US" sz="2000">
                <a:solidFill>
                  <a:schemeClr val="dk1"/>
                </a:solidFill>
                <a:latin typeface="Roboto Slab Regular"/>
                <a:ea typeface="Roboto Slab Regular"/>
                <a:cs typeface="Roboto Slab Regular"/>
                <a:sym typeface="Roboto Slab Regular"/>
              </a:rPr>
              <a:t>Widening wealth gap</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2.  The racial wealth gap.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3.  Housing descrimination</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pic>
        <p:nvPicPr>
          <p:cNvPr id="231" name="Google Shape;231;p30"/>
          <p:cNvPicPr preferRelativeResize="0"/>
          <p:nvPr/>
        </p:nvPicPr>
        <p:blipFill>
          <a:blip r:embed="rId3">
            <a:alphaModFix/>
          </a:blip>
          <a:stretch>
            <a:fillRect/>
          </a:stretch>
        </p:blipFill>
        <p:spPr>
          <a:xfrm>
            <a:off x="209037" y="1009675"/>
            <a:ext cx="8394224" cy="5074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Why is there a</a:t>
            </a:r>
            <a:r>
              <a:rPr lang="en-US" sz="3600">
                <a:solidFill>
                  <a:schemeClr val="dk1"/>
                </a:solidFill>
                <a:latin typeface="Impact"/>
                <a:ea typeface="Impact"/>
                <a:cs typeface="Impact"/>
                <a:sym typeface="Impact"/>
              </a:rPr>
              <a:t> Racial Wealth Gap?</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rPr i="1" lang="en-US" sz="2000">
                <a:solidFill>
                  <a:schemeClr val="dk1"/>
                </a:solidFill>
                <a:latin typeface="Cambria"/>
                <a:ea typeface="Cambria"/>
                <a:cs typeface="Cambria"/>
                <a:sym typeface="Cambria"/>
              </a:rPr>
              <a:t>Income + Assets = Wealth. Even when incomes are the same, whites have far higher net worth than blacks because of intergenerational wealth transfer.</a:t>
            </a:r>
            <a:endParaRPr i="1"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i="1" sz="2000">
              <a:solidFill>
                <a:schemeClr val="dk1"/>
              </a:solidFill>
              <a:latin typeface="Cambria"/>
              <a:ea typeface="Cambria"/>
              <a:cs typeface="Cambria"/>
              <a:sym typeface="Cambria"/>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Blacks denied the opportunity to build wealth because of slavery and Jim Crow.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The New Deal received support from Southern politicians in exchange for blacks being left out.</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Zoning laws, restrictive covenants, and racist loan policies denied home ownership to middle class blacks with good credit scores.</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Racially Restrictive Covenants</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“It is mutually covenanted and agreed, and this covenant shall be one running with the land, that no part of the premises therein described shall at any time be leased, mortgaged, or conveyed in law or equity to any person of Chinese, Japanese, African, or Hindu descent or to any person, company, or trustee for their use and benefit.”</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rPr b="1" lang="en-US" sz="2400">
                <a:latin typeface="Roboto Slab"/>
                <a:ea typeface="Roboto Slab"/>
                <a:cs typeface="Roboto Slab"/>
                <a:sym typeface="Roboto Slab"/>
              </a:rPr>
              <a:t>—Seattle, 1928</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“The purchaser covenants and agrees that the property hereinabove described shall not be sold to, leased to, or occupied by persons of Semitic, Oriental, or African origin at any time whatsoever.”</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rPr b="1" lang="en-US" sz="2400">
                <a:latin typeface="Roboto Slab"/>
                <a:ea typeface="Roboto Slab"/>
                <a:cs typeface="Roboto Slab"/>
                <a:sym typeface="Roboto Slab"/>
              </a:rPr>
              <a:t>—Seattle, 1943</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400" u="none" cap="none" strike="noStrike">
                <a:solidFill>
                  <a:schemeClr val="dk1"/>
                </a:solidFill>
                <a:latin typeface="Roboto Slab Regular"/>
                <a:ea typeface="Roboto Slab Regular"/>
                <a:cs typeface="Roboto Slab Regular"/>
                <a:sym typeface="Roboto Slab Regular"/>
              </a:rPr>
              <a:t> </a:t>
            </a:r>
            <a:endParaRPr sz="2400">
              <a:latin typeface="Roboto Slab Regular"/>
              <a:ea typeface="Roboto Slab Regular"/>
              <a:cs typeface="Roboto Slab Regular"/>
              <a:sym typeface="Roboto Slab Regul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Redlining</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Redlining, a process by which banks and other institutions refuse to offer mortgages or offer worse rates to customers in certain neighborhoods based on their racial and ethnic composition.</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Race</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Color</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Religion</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National Origin</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Sex</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Disability</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Familial Status</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400" u="none" cap="none" strike="noStrike">
                <a:solidFill>
                  <a:schemeClr val="dk1"/>
                </a:solidFill>
                <a:latin typeface="Roboto Slab Regular"/>
                <a:ea typeface="Roboto Slab Regular"/>
                <a:cs typeface="Roboto Slab Regular"/>
                <a:sym typeface="Roboto Slab Regular"/>
              </a:rPr>
              <a:t> </a:t>
            </a:r>
            <a:endParaRPr sz="2400">
              <a:latin typeface="Roboto Slab Regular"/>
              <a:ea typeface="Roboto Slab Regular"/>
              <a:cs typeface="Roboto Slab Regular"/>
              <a:sym typeface="Roboto Slab Regul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Redlining</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The Fair Housing Act is contained in the Civil Rights Act of 1968 and modified by the Fair Housing Amendments Act of 1988. The act makes it illegal to discriminate in the sale, rental, advertising, or availability of real estate transactions</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400" u="none" cap="none" strike="noStrike">
                <a:solidFill>
                  <a:schemeClr val="dk1"/>
                </a:solidFill>
                <a:latin typeface="Roboto Slab Regular"/>
                <a:ea typeface="Roboto Slab Regular"/>
                <a:cs typeface="Roboto Slab Regular"/>
                <a:sym typeface="Roboto Slab Regular"/>
              </a:rPr>
              <a:t> </a:t>
            </a:r>
            <a:endParaRPr sz="2400">
              <a:latin typeface="Roboto Slab Regular"/>
              <a:ea typeface="Roboto Slab Regular"/>
              <a:cs typeface="Roboto Slab Regular"/>
              <a:sym typeface="Roboto Slab Regul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Redlining</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latin typeface="Roboto Slab Regular"/>
                <a:ea typeface="Roboto Slab Regular"/>
                <a:cs typeface="Roboto Slab Regular"/>
                <a:sym typeface="Roboto Slab Regular"/>
              </a:rPr>
              <a:t>The Fair Housing Act is contained in the Civil Rights Act of 1968 and modified by the Fair Housing Amendments Act of 1988. The act makes it illegal to discriminate in the sale, rental, advertising, or availability of real estate transactions</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400" u="none" cap="none" strike="noStrike">
                <a:solidFill>
                  <a:schemeClr val="dk1"/>
                </a:solidFill>
                <a:latin typeface="Roboto Slab Regular"/>
                <a:ea typeface="Roboto Slab Regular"/>
                <a:cs typeface="Roboto Slab Regular"/>
                <a:sym typeface="Roboto Slab Regular"/>
              </a:rPr>
              <a:t> </a:t>
            </a:r>
            <a:endParaRPr sz="2400">
              <a:latin typeface="Roboto Slab Regular"/>
              <a:ea typeface="Roboto Slab Regular"/>
              <a:cs typeface="Roboto Slab Regular"/>
              <a:sym typeface="Roboto Slab Regul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6" name="Shape 266"/>
        <p:cNvGrpSpPr/>
        <p:nvPr/>
      </p:nvGrpSpPr>
      <p:grpSpPr>
        <a:xfrm>
          <a:off x="0" y="0"/>
          <a:ext cx="0" cy="0"/>
          <a:chOff x="0" y="0"/>
          <a:chExt cx="0" cy="0"/>
        </a:xfrm>
      </p:grpSpPr>
      <p:sp>
        <p:nvSpPr>
          <p:cNvPr id="267" name="Google Shape;267;p36"/>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Redlining</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u="sng">
                <a:solidFill>
                  <a:schemeClr val="hlink"/>
                </a:solidFill>
                <a:latin typeface="Roboto Slab Regular"/>
                <a:ea typeface="Roboto Slab Regular"/>
                <a:cs typeface="Roboto Slab Regular"/>
                <a:sym typeface="Roboto Slab Regular"/>
                <a:hlinkClick r:id="rId3"/>
              </a:rPr>
              <a:t>Redlining Map</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400" u="none" cap="none" strike="noStrike">
                <a:solidFill>
                  <a:schemeClr val="dk1"/>
                </a:solidFill>
                <a:latin typeface="Roboto Slab Regular"/>
                <a:ea typeface="Roboto Slab Regular"/>
                <a:cs typeface="Roboto Slab Regular"/>
                <a:sym typeface="Roboto Slab Regular"/>
              </a:rPr>
              <a:t> </a:t>
            </a:r>
            <a:endParaRPr sz="2400">
              <a:latin typeface="Roboto Slab Regular"/>
              <a:ea typeface="Roboto Slab Regular"/>
              <a:cs typeface="Roboto Slab Regular"/>
              <a:sym typeface="Roboto Slab Regul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Redlining</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400">
                <a:latin typeface="Roboto Slab"/>
                <a:ea typeface="Roboto Slab"/>
                <a:cs typeface="Roboto Slab"/>
                <a:sym typeface="Roboto Slab"/>
              </a:rPr>
              <a:t>Reversing the effects of redlining</a:t>
            </a:r>
            <a:endParaRPr b="1" sz="2400">
              <a:latin typeface="Roboto Slab"/>
              <a:ea typeface="Roboto Slab"/>
              <a:cs typeface="Roboto Slab"/>
              <a:sym typeface="Roboto Slab"/>
            </a:endParaRPr>
          </a:p>
          <a:p>
            <a:pPr indent="0" lvl="0" marL="0" marR="0" rtl="0" algn="l">
              <a:spcBef>
                <a:spcPts val="0"/>
              </a:spcBef>
              <a:spcAft>
                <a:spcPts val="0"/>
              </a:spcAft>
              <a:buNone/>
            </a:pPr>
            <a:r>
              <a:t/>
            </a:r>
            <a:endParaRPr b="1" sz="2400">
              <a:latin typeface="Roboto Slab"/>
              <a:ea typeface="Roboto Slab"/>
              <a:cs typeface="Roboto Slab"/>
              <a:sym typeface="Roboto Slab"/>
            </a:endParaRPr>
          </a:p>
          <a:p>
            <a:pPr indent="-381000" lvl="0" marL="457200" marR="0" rtl="0" algn="l">
              <a:spcBef>
                <a:spcPts val="0"/>
              </a:spcBef>
              <a:spcAft>
                <a:spcPts val="0"/>
              </a:spcAft>
              <a:buSzPts val="2400"/>
              <a:buFont typeface="Roboto Slab Regular"/>
              <a:buChar char="●"/>
            </a:pPr>
            <a:r>
              <a:rPr lang="en-US" sz="2400">
                <a:latin typeface="Roboto Slab Regular"/>
                <a:ea typeface="Roboto Slab Regular"/>
                <a:cs typeface="Roboto Slab Regular"/>
                <a:sym typeface="Roboto Slab Regular"/>
              </a:rPr>
              <a:t>Investment in areas depressed by the practice</a:t>
            </a:r>
            <a:endParaRPr sz="2400">
              <a:latin typeface="Roboto Slab Regular"/>
              <a:ea typeface="Roboto Slab Regular"/>
              <a:cs typeface="Roboto Slab Regular"/>
              <a:sym typeface="Roboto Slab Regular"/>
            </a:endParaRPr>
          </a:p>
          <a:p>
            <a:pPr indent="0" lvl="0" marL="457200" marR="0" rtl="0" algn="l">
              <a:spcBef>
                <a:spcPts val="0"/>
              </a:spcBef>
              <a:spcAft>
                <a:spcPts val="0"/>
              </a:spcAft>
              <a:buNone/>
            </a:pPr>
            <a:r>
              <a:t/>
            </a:r>
            <a:endParaRPr sz="2400">
              <a:latin typeface="Roboto Slab Regular"/>
              <a:ea typeface="Roboto Slab Regular"/>
              <a:cs typeface="Roboto Slab Regular"/>
              <a:sym typeface="Roboto Slab Regular"/>
            </a:endParaRPr>
          </a:p>
          <a:p>
            <a:pPr indent="-381000" lvl="0" marL="457200" marR="0" rtl="0" algn="l">
              <a:spcBef>
                <a:spcPts val="0"/>
              </a:spcBef>
              <a:spcAft>
                <a:spcPts val="0"/>
              </a:spcAft>
              <a:buSzPts val="2400"/>
              <a:buFont typeface="Roboto Slab Regular"/>
              <a:buChar char="●"/>
            </a:pPr>
            <a:r>
              <a:rPr lang="en-US" sz="2400">
                <a:latin typeface="Roboto Slab Regular"/>
                <a:ea typeface="Roboto Slab Regular"/>
                <a:cs typeface="Roboto Slab Regular"/>
                <a:sym typeface="Roboto Slab Regular"/>
              </a:rPr>
              <a:t>Unintended consequences</a:t>
            </a:r>
            <a:endParaRPr sz="24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400" u="none" cap="none" strike="noStrike">
                <a:solidFill>
                  <a:schemeClr val="dk1"/>
                </a:solidFill>
                <a:latin typeface="Roboto Slab Regular"/>
                <a:ea typeface="Roboto Slab Regular"/>
                <a:cs typeface="Roboto Slab Regular"/>
                <a:sym typeface="Roboto Slab Regular"/>
              </a:rPr>
              <a:t> </a:t>
            </a:r>
            <a:endParaRPr sz="2400">
              <a:latin typeface="Roboto Slab Regular"/>
              <a:ea typeface="Roboto Slab Regular"/>
              <a:cs typeface="Roboto Slab Regular"/>
              <a:sym typeface="Roboto Slab Regul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8"/>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Gentrification</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l">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2400">
                <a:latin typeface="Roboto Slab Regular"/>
                <a:ea typeface="Roboto Slab Regular"/>
                <a:cs typeface="Roboto Slab Regular"/>
                <a:sym typeface="Roboto Slab Regular"/>
              </a:rPr>
              <a:t>Process of changing the character of a neighborhood through the influx of more affluent residents and businesses. This is a common and controversial topic in politics and in urban planning.</a:t>
            </a:r>
            <a:endParaRPr sz="2400">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400">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2400">
                <a:latin typeface="Roboto Slab Regular"/>
                <a:ea typeface="Roboto Slab Regular"/>
                <a:cs typeface="Roboto Slab Regular"/>
                <a:sym typeface="Roboto Slab Regular"/>
              </a:rPr>
              <a:t>Consequences include</a:t>
            </a:r>
            <a:endParaRPr sz="2400">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400">
              <a:latin typeface="Roboto Slab Regular"/>
              <a:ea typeface="Roboto Slab Regular"/>
              <a:cs typeface="Roboto Slab Regular"/>
              <a:sym typeface="Roboto Slab Regular"/>
            </a:endParaRPr>
          </a:p>
          <a:p>
            <a:pPr indent="-381000" lvl="0" marL="457200" marR="0" rtl="0" algn="l">
              <a:spcBef>
                <a:spcPts val="0"/>
              </a:spcBef>
              <a:spcAft>
                <a:spcPts val="0"/>
              </a:spcAft>
              <a:buSzPts val="2400"/>
              <a:buFont typeface="Roboto Slab Regular"/>
              <a:buChar char="●"/>
            </a:pPr>
            <a:r>
              <a:rPr lang="en-US" sz="2400">
                <a:latin typeface="Roboto Slab Regular"/>
                <a:ea typeface="Roboto Slab Regular"/>
                <a:cs typeface="Roboto Slab Regular"/>
                <a:sym typeface="Roboto Slab Regular"/>
              </a:rPr>
              <a:t>Spikes in rent</a:t>
            </a:r>
            <a:endParaRPr sz="2400">
              <a:latin typeface="Roboto Slab Regular"/>
              <a:ea typeface="Roboto Slab Regular"/>
              <a:cs typeface="Roboto Slab Regular"/>
              <a:sym typeface="Roboto Slab Regular"/>
            </a:endParaRPr>
          </a:p>
          <a:p>
            <a:pPr indent="-381000" lvl="0" marL="457200" marR="0" rtl="0" algn="l">
              <a:spcBef>
                <a:spcPts val="0"/>
              </a:spcBef>
              <a:spcAft>
                <a:spcPts val="0"/>
              </a:spcAft>
              <a:buSzPts val="2400"/>
              <a:buFont typeface="Roboto Slab Regular"/>
              <a:buChar char="●"/>
            </a:pPr>
            <a:r>
              <a:rPr lang="en-US" sz="2400">
                <a:latin typeface="Roboto Slab Regular"/>
                <a:ea typeface="Roboto Slab Regular"/>
                <a:cs typeface="Roboto Slab Regular"/>
                <a:sym typeface="Roboto Slab Regular"/>
              </a:rPr>
              <a:t>Displacement of poorer families</a:t>
            </a:r>
            <a:endParaRPr sz="2400">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400">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b="1" sz="2400">
              <a:latin typeface="Roboto Slab"/>
              <a:ea typeface="Roboto Slab"/>
              <a:cs typeface="Roboto Slab"/>
              <a:sym typeface="Roboto Slab"/>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0" sz="24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400" u="none" cap="none" strike="noStrike">
                <a:solidFill>
                  <a:schemeClr val="dk1"/>
                </a:solidFill>
                <a:latin typeface="Roboto Slab Regular"/>
                <a:ea typeface="Roboto Slab Regular"/>
                <a:cs typeface="Roboto Slab Regular"/>
                <a:sym typeface="Roboto Slab Regular"/>
              </a:rPr>
              <a:t> </a:t>
            </a:r>
            <a:endParaRPr sz="2400">
              <a:latin typeface="Roboto Slab Regular"/>
              <a:ea typeface="Roboto Slab Regular"/>
              <a:cs typeface="Roboto Slab Regular"/>
              <a:sym typeface="Roboto Slab Regul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Homeownership &amp; the Racial Wealth Gap</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rPr i="1" lang="en-US" sz="2000">
                <a:solidFill>
                  <a:schemeClr val="dk1"/>
                </a:solidFill>
                <a:latin typeface="Cambria"/>
                <a:ea typeface="Cambria"/>
                <a:cs typeface="Cambria"/>
                <a:sym typeface="Cambria"/>
              </a:rPr>
              <a:t>Income + Assets = Wealth. Even when incomes are the same, whites have far higher net worth than blacks because of intergenerational wealth transfer.</a:t>
            </a:r>
            <a:endParaRPr i="1"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i="1" sz="2000">
              <a:solidFill>
                <a:schemeClr val="dk1"/>
              </a:solidFill>
              <a:latin typeface="Cambria"/>
              <a:ea typeface="Cambria"/>
              <a:cs typeface="Cambria"/>
              <a:sym typeface="Cambria"/>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Homeownership is the main source of family wealth, but blacks were </a:t>
            </a:r>
            <a:r>
              <a:rPr lang="en-US" sz="2400">
                <a:solidFill>
                  <a:schemeClr val="dk1"/>
                </a:solidFill>
                <a:latin typeface="Roboto Slab Regular"/>
                <a:ea typeface="Roboto Slab Regular"/>
                <a:cs typeface="Roboto Slab Regular"/>
                <a:sym typeface="Roboto Slab Regular"/>
              </a:rPr>
              <a:t>systematically</a:t>
            </a:r>
            <a:r>
              <a:rPr lang="en-US" sz="2400">
                <a:solidFill>
                  <a:schemeClr val="dk1"/>
                </a:solidFill>
                <a:latin typeface="Roboto Slab Regular"/>
                <a:ea typeface="Roboto Slab Regular"/>
                <a:cs typeface="Roboto Slab Regular"/>
                <a:sym typeface="Roboto Slab Regular"/>
              </a:rPr>
              <a:t> denied access because of...</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12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1. Local zoning laws in early 1900s creating economically homogeneous neighborhoods to keep blacks out.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12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2. Restrictive covenants in property deeds prohibiting rentals and sales to people of color.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12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3. Federal government programs from the 1930s to 1960s that subsidized the formation and maintenance of all-white suburbs.</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4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What this means for social justice</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rPr lang="en-US" sz="2000">
                <a:solidFill>
                  <a:schemeClr val="dk1"/>
                </a:solidFill>
                <a:latin typeface="Cambria"/>
                <a:ea typeface="Cambria"/>
                <a:cs typeface="Cambria"/>
                <a:sym typeface="Cambria"/>
              </a:rPr>
              <a:t>People unable to connect how decades of housing discrimination disadvantages today’s generation of African Americans even though racial prejudice is not as bad today.</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rPr lang="en-US" sz="2000">
                <a:solidFill>
                  <a:schemeClr val="dk1"/>
                </a:solidFill>
                <a:latin typeface="Cambria"/>
                <a:ea typeface="Cambria"/>
                <a:cs typeface="Cambria"/>
                <a:sym typeface="Cambria"/>
              </a:rPr>
              <a:t>If people are not aware of structural limitations to reform, they just assume that everybody is fine with how big business works because we equate silence with consent.</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1"/>
          <p:cNvSpPr txBox="1"/>
          <p:nvPr/>
        </p:nvSpPr>
        <p:spPr>
          <a:xfrm>
            <a:off x="320325" y="239150"/>
            <a:ext cx="8648700" cy="63714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None/>
            </a:pPr>
            <a:r>
              <a:rPr lang="en-US" sz="3000">
                <a:solidFill>
                  <a:schemeClr val="dk1"/>
                </a:solidFill>
                <a:latin typeface="Impact"/>
                <a:ea typeface="Impact"/>
                <a:cs typeface="Impact"/>
                <a:sym typeface="Impact"/>
              </a:rPr>
              <a:t>Meet with Your Group/Zoom Breakout Room  </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Form group roles: Moderator, Researcher, Documenter.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Find an artifact in media, such as an article, website, or social media post, that relates to this week’s topic. Explain how it relates to the class topic and discussion and provide some kind of comment.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What is your reaction on this source? Do you agree or disagree. Is it accurate or inaccurate?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What are potential biases behind the stance?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Report to class.</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Post individually in forum titled In-Class Activity and include a screenshot or link to your artifact.</a:t>
            </a:r>
            <a:endParaRPr sz="2000">
              <a:solidFill>
                <a:schemeClr val="dk1"/>
              </a:solidFill>
              <a:latin typeface="Roboto Slab Regular"/>
              <a:ea typeface="Roboto Slab Regular"/>
              <a:cs typeface="Roboto Slab Regular"/>
              <a:sym typeface="Roboto Slab Regular"/>
            </a:endParaRPr>
          </a:p>
          <a:p>
            <a:pPr indent="0" lvl="0" marL="457200" marR="0" rtl="0" algn="l">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nvSpPr>
        <p:spPr>
          <a:xfrm>
            <a:off x="617896" y="239143"/>
            <a:ext cx="8112000" cy="6266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Assign Second Group Moderated Discussion for Next Week</a:t>
            </a:r>
            <a:endParaRPr/>
          </a:p>
          <a:p>
            <a:pPr indent="0" lvl="0" marL="0" marR="0" rtl="0" algn="ctr">
              <a:spcBef>
                <a:spcPts val="0"/>
              </a:spcBef>
              <a:spcAft>
                <a:spcPts val="0"/>
              </a:spcAft>
              <a:buNone/>
            </a:pPr>
            <a:r>
              <a:rPr lang="en-US" sz="2400">
                <a:solidFill>
                  <a:schemeClr val="dk1"/>
                </a:solidFill>
                <a:latin typeface="Roboto Slab Regular"/>
                <a:ea typeface="Roboto Slab Regular"/>
                <a:cs typeface="Roboto Slab Regular"/>
                <a:sym typeface="Roboto Slab Regular"/>
              </a:rPr>
              <a:t>………………………………………..</a:t>
            </a:r>
            <a:endParaRPr/>
          </a:p>
          <a:p>
            <a:pPr indent="0" lvl="0" marL="0" marR="0" rtl="0" algn="l">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1800">
                <a:solidFill>
                  <a:schemeClr val="dk1"/>
                </a:solidFill>
                <a:latin typeface="Roboto Slab Regular"/>
                <a:ea typeface="Roboto Slab Regular"/>
                <a:cs typeface="Roboto Slab Regular"/>
                <a:sym typeface="Roboto Slab Regular"/>
              </a:rPr>
              <a:t>Meet with the group according to group roster and develop a discussion plan for next week.</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1800">
                <a:solidFill>
                  <a:schemeClr val="dk1"/>
                </a:solidFill>
                <a:latin typeface="Roboto Slab Regular"/>
                <a:ea typeface="Roboto Slab Regular"/>
                <a:cs typeface="Roboto Slab Regular"/>
                <a:sym typeface="Roboto Slab Regular"/>
              </a:rPr>
              <a:t>Discussion plan should be slides and consist of question prompts for the rest of the class to respond to.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1800">
                <a:solidFill>
                  <a:schemeClr val="dk1"/>
                </a:solidFill>
                <a:latin typeface="Roboto Slab Regular"/>
                <a:ea typeface="Roboto Slab Regular"/>
                <a:cs typeface="Roboto Slab Regular"/>
                <a:sym typeface="Roboto Slab Regular"/>
              </a:rPr>
              <a:t>Each participating member’s name must appear on the doc to receive credit.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lang="en-US" sz="1800">
                <a:solidFill>
                  <a:schemeClr val="dk1"/>
                </a:solidFill>
                <a:latin typeface="Roboto Slab Regular"/>
                <a:ea typeface="Roboto Slab Regular"/>
                <a:cs typeface="Roboto Slab Regular"/>
                <a:sym typeface="Roboto Slab Regular"/>
              </a:rPr>
              <a:t>Some sample discussion prompts are provided. </a:t>
            </a:r>
            <a:endParaRPr sz="1800">
              <a:solidFill>
                <a:schemeClr val="dk1"/>
              </a:solidFill>
              <a:latin typeface="Roboto Slab Regular"/>
              <a:ea typeface="Roboto Slab Regular"/>
              <a:cs typeface="Roboto Slab Regular"/>
              <a:sym typeface="Roboto Slab Regular"/>
            </a:endParaRPr>
          </a:p>
        </p:txBody>
      </p:sp>
    </p:spTree>
  </p:cSld>
  <p:clrMapOvr>
    <a:masterClrMapping/>
  </p:clrMapOvr>
</p:sld>
</file>

<file path=ppt/theme/theme1.xml><?xml version="1.0" encoding="utf-8"?>
<a:theme xmlns:a="http://schemas.openxmlformats.org/drawingml/2006/main" xmlns:r="http://schemas.openxmlformats.org/officeDocument/2006/relationships" name="Inkwell">
  <a:themeElements>
    <a:clrScheme name="Inkwell">
      <a:dk1>
        <a:srgbClr val="000000"/>
      </a:dk1>
      <a:lt1>
        <a:srgbClr val="FFFFFF"/>
      </a:lt1>
      <a:dk2>
        <a:srgbClr val="584D2E"/>
      </a:dk2>
      <a:lt2>
        <a:srgbClr val="EFE7C3"/>
      </a:lt2>
      <a:accent1>
        <a:srgbClr val="860908"/>
      </a:accent1>
      <a:accent2>
        <a:srgbClr val="4A0505"/>
      </a:accent2>
      <a:accent3>
        <a:srgbClr val="7A500A"/>
      </a:accent3>
      <a:accent4>
        <a:srgbClr val="C47810"/>
      </a:accent4>
      <a:accent5>
        <a:srgbClr val="827752"/>
      </a:accent5>
      <a:accent6>
        <a:srgbClr val="B5BB83"/>
      </a:accent6>
      <a:hlink>
        <a:srgbClr val="C47810"/>
      </a:hlink>
      <a:folHlink>
        <a:srgbClr val="F0A43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