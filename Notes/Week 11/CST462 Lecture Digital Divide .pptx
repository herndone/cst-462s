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Lst>
  <p:sldSz cy="6858000" cx="12192000"/>
  <p:notesSz cx="6858000" cy="9144000"/>
  <p:embeddedFontLst>
    <p:embeddedFont>
      <p:font typeface="Roboto Slab"/>
      <p:regular r:id="rId26"/>
      <p:bold r:id="rId27"/>
    </p:embeddedFont>
    <p:embeddedFont>
      <p:font typeface="Garamond"/>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RobotoSlab-regular.fntdata"/><Relationship Id="rId25" Type="http://schemas.openxmlformats.org/officeDocument/2006/relationships/slide" Target="slides/slide21.xml"/><Relationship Id="rId28" Type="http://schemas.openxmlformats.org/officeDocument/2006/relationships/font" Target="fonts/Garamond-regular.fntdata"/><Relationship Id="rId27" Type="http://schemas.openxmlformats.org/officeDocument/2006/relationships/font" Target="fonts/RobotoSlab-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Garamond-bold.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Garamond-boldItalic.fntdata"/><Relationship Id="rId30" Type="http://schemas.openxmlformats.org/officeDocument/2006/relationships/font" Target="fonts/Garamond-italic.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6" name="Shape 16"/>
        <p:cNvGrpSpPr/>
        <p:nvPr/>
      </p:nvGrpSpPr>
      <p:grpSpPr>
        <a:xfrm>
          <a:off x="0" y="0"/>
          <a:ext cx="0" cy="0"/>
          <a:chOff x="0" y="0"/>
          <a:chExt cx="0" cy="0"/>
        </a:xfrm>
      </p:grpSpPr>
      <p:grpSp>
        <p:nvGrpSpPr>
          <p:cNvPr id="17" name="Google Shape;17;p2"/>
          <p:cNvGrpSpPr/>
          <p:nvPr/>
        </p:nvGrpSpPr>
        <p:grpSpPr>
          <a:xfrm>
            <a:off x="-16934" y="0"/>
            <a:ext cx="12231160" cy="6856214"/>
            <a:chOff x="-16934" y="0"/>
            <a:chExt cx="12231160" cy="6856214"/>
          </a:xfrm>
        </p:grpSpPr>
        <p:pic>
          <p:nvPicPr>
            <p:cNvPr descr="HD-PanelTitleR1.png" id="18" name="Google Shape;18;p2"/>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19" name="Google Shape;19;p2"/>
            <p:cNvSpPr/>
            <p:nvPr/>
          </p:nvSpPr>
          <p:spPr>
            <a:xfrm>
              <a:off x="2328332" y="1540931"/>
              <a:ext cx="7543802" cy="3835401"/>
            </a:xfrm>
            <a:prstGeom prst="rect">
              <a:avLst/>
            </a:prstGeom>
            <a:noFill/>
            <a:ln cap="flat" cmpd="sng" w="15875">
              <a:solidFill>
                <a:schemeClr val="accen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DRibbonTitle-UniformTrim.png" id="20" name="Google Shape;20;p2"/>
            <p:cNvPicPr preferRelativeResize="0"/>
            <p:nvPr/>
          </p:nvPicPr>
          <p:blipFill rotWithShape="1">
            <a:blip r:embed="rId3">
              <a:alphaModFix/>
            </a:blip>
            <a:srcRect b="0" l="0" r="0" t="0"/>
            <a:stretch/>
          </p:blipFill>
          <p:spPr>
            <a:xfrm>
              <a:off x="-16934" y="3147609"/>
              <a:ext cx="2478024" cy="612648"/>
            </a:xfrm>
            <a:prstGeom prst="rect">
              <a:avLst/>
            </a:prstGeom>
            <a:noFill/>
            <a:ln>
              <a:noFill/>
            </a:ln>
          </p:spPr>
        </p:pic>
        <p:pic>
          <p:nvPicPr>
            <p:cNvPr descr="HDRibbonTitle-UniformTrim.png" id="21" name="Google Shape;21;p2"/>
            <p:cNvPicPr preferRelativeResize="0"/>
            <p:nvPr/>
          </p:nvPicPr>
          <p:blipFill rotWithShape="1">
            <a:blip r:embed="rId3">
              <a:alphaModFix/>
            </a:blip>
            <a:srcRect b="0" l="0" r="0" t="0"/>
            <a:stretch/>
          </p:blipFill>
          <p:spPr>
            <a:xfrm>
              <a:off x="9736202" y="3147609"/>
              <a:ext cx="2478024" cy="612648"/>
            </a:xfrm>
            <a:prstGeom prst="rect">
              <a:avLst/>
            </a:prstGeom>
            <a:noFill/>
            <a:ln>
              <a:noFill/>
            </a:ln>
          </p:spPr>
        </p:pic>
      </p:grpSp>
      <p:sp>
        <p:nvSpPr>
          <p:cNvPr id="22" name="Google Shape;22;p2"/>
          <p:cNvSpPr txBox="1"/>
          <p:nvPr>
            <p:ph type="ctrTitle"/>
          </p:nvPr>
        </p:nvSpPr>
        <p:spPr>
          <a:xfrm>
            <a:off x="2692398" y="1871131"/>
            <a:ext cx="6815669" cy="1515533"/>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Clr>
                <a:srgbClr val="262626"/>
              </a:buClr>
              <a:buSzPts val="5400"/>
              <a:buFont typeface="Garamond"/>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2"/>
          <p:cNvSpPr txBox="1"/>
          <p:nvPr>
            <p:ph idx="1" type="subTitle"/>
          </p:nvPr>
        </p:nvSpPr>
        <p:spPr>
          <a:xfrm>
            <a:off x="2692398" y="3657597"/>
            <a:ext cx="6815669" cy="1320802"/>
          </a:xfrm>
          <a:prstGeom prst="rect">
            <a:avLst/>
          </a:prstGeom>
          <a:noFill/>
          <a:ln>
            <a:noFill/>
          </a:ln>
        </p:spPr>
        <p:txBody>
          <a:bodyPr anchorCtr="0" anchor="t" bIns="45700" lIns="91425" spcFirstLastPara="1" rIns="91425" wrap="square" tIns="45700">
            <a:noAutofit/>
          </a:bodyPr>
          <a:lstStyle>
            <a:lvl1pPr lvl="0" algn="ctr">
              <a:spcBef>
                <a:spcPts val="420"/>
              </a:spcBef>
              <a:spcAft>
                <a:spcPts val="0"/>
              </a:spcAft>
              <a:buSzPts val="2415"/>
              <a:buNone/>
              <a:defRPr sz="2100">
                <a:solidFill>
                  <a:schemeClr val="dk1"/>
                </a:solidFill>
              </a:defRPr>
            </a:lvl1pPr>
            <a:lvl2pPr lvl="1" algn="ctr">
              <a:spcBef>
                <a:spcPts val="600"/>
              </a:spcBef>
              <a:spcAft>
                <a:spcPts val="0"/>
              </a:spcAft>
              <a:buSzPts val="2300"/>
              <a:buNone/>
              <a:defRPr>
                <a:solidFill>
                  <a:srgbClr val="888888"/>
                </a:solidFill>
              </a:defRPr>
            </a:lvl2pPr>
            <a:lvl3pPr lvl="2" algn="ctr">
              <a:spcBef>
                <a:spcPts val="600"/>
              </a:spcBef>
              <a:spcAft>
                <a:spcPts val="0"/>
              </a:spcAft>
              <a:buSzPts val="2070"/>
              <a:buNone/>
              <a:defRPr>
                <a:solidFill>
                  <a:srgbClr val="888888"/>
                </a:solidFill>
              </a:defRPr>
            </a:lvl3pPr>
            <a:lvl4pPr lvl="3" algn="ctr">
              <a:spcBef>
                <a:spcPts val="600"/>
              </a:spcBef>
              <a:spcAft>
                <a:spcPts val="0"/>
              </a:spcAft>
              <a:buSzPts val="1840"/>
              <a:buNone/>
              <a:defRPr>
                <a:solidFill>
                  <a:srgbClr val="888888"/>
                </a:solidFill>
              </a:defRPr>
            </a:lvl4pPr>
            <a:lvl5pPr lvl="4" algn="ctr">
              <a:spcBef>
                <a:spcPts val="600"/>
              </a:spcBef>
              <a:spcAft>
                <a:spcPts val="0"/>
              </a:spcAft>
              <a:buSzPts val="1610"/>
              <a:buNone/>
              <a:defRPr>
                <a:solidFill>
                  <a:srgbClr val="888888"/>
                </a:solidFill>
              </a:defRPr>
            </a:lvl5pPr>
            <a:lvl6pPr lvl="5" algn="ctr">
              <a:spcBef>
                <a:spcPts val="600"/>
              </a:spcBef>
              <a:spcAft>
                <a:spcPts val="0"/>
              </a:spcAft>
              <a:buSzPts val="1610"/>
              <a:buNone/>
              <a:defRPr>
                <a:solidFill>
                  <a:srgbClr val="888888"/>
                </a:solidFill>
              </a:defRPr>
            </a:lvl6pPr>
            <a:lvl7pPr lvl="6" algn="ctr">
              <a:spcBef>
                <a:spcPts val="600"/>
              </a:spcBef>
              <a:spcAft>
                <a:spcPts val="0"/>
              </a:spcAft>
              <a:buSzPts val="1610"/>
              <a:buNone/>
              <a:defRPr>
                <a:solidFill>
                  <a:srgbClr val="888888"/>
                </a:solidFill>
              </a:defRPr>
            </a:lvl7pPr>
            <a:lvl8pPr lvl="7" algn="ctr">
              <a:spcBef>
                <a:spcPts val="600"/>
              </a:spcBef>
              <a:spcAft>
                <a:spcPts val="0"/>
              </a:spcAft>
              <a:buSzPts val="1610"/>
              <a:buNone/>
              <a:defRPr>
                <a:solidFill>
                  <a:srgbClr val="888888"/>
                </a:solidFill>
              </a:defRPr>
            </a:lvl8pPr>
            <a:lvl9pPr lvl="8" algn="ctr">
              <a:spcBef>
                <a:spcPts val="600"/>
              </a:spcBef>
              <a:spcAft>
                <a:spcPts val="600"/>
              </a:spcAft>
              <a:buSzPts val="1610"/>
              <a:buNone/>
              <a:defRPr>
                <a:solidFill>
                  <a:srgbClr val="888888"/>
                </a:solidFill>
              </a:defRPr>
            </a:lvl9pPr>
          </a:lstStyle>
          <a:p/>
        </p:txBody>
      </p:sp>
      <p:sp>
        <p:nvSpPr>
          <p:cNvPr id="24" name="Google Shape;24;p2"/>
          <p:cNvSpPr txBox="1"/>
          <p:nvPr>
            <p:ph idx="10" type="dt"/>
          </p:nvPr>
        </p:nvSpPr>
        <p:spPr>
          <a:xfrm>
            <a:off x="7983232" y="5037663"/>
            <a:ext cx="897467"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
          <p:cNvSpPr txBox="1"/>
          <p:nvPr>
            <p:ph idx="11" type="ftr"/>
          </p:nvPr>
        </p:nvSpPr>
        <p:spPr>
          <a:xfrm>
            <a:off x="2692397" y="5037663"/>
            <a:ext cx="5214635"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
          <p:cNvSpPr txBox="1"/>
          <p:nvPr>
            <p:ph idx="12" type="sldNum"/>
          </p:nvPr>
        </p:nvSpPr>
        <p:spPr>
          <a:xfrm>
            <a:off x="8956900" y="5037663"/>
            <a:ext cx="55116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27" name="Google Shape;27;p2"/>
          <p:cNvCxnSpPr/>
          <p:nvPr/>
        </p:nvCxnSpPr>
        <p:spPr>
          <a:xfrm>
            <a:off x="2692399" y="3522131"/>
            <a:ext cx="6815668"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cxnSp>
        <p:nvCxnSpPr>
          <p:cNvPr id="29" name="Google Shape;29;p3"/>
          <p:cNvCxnSpPr/>
          <p:nvPr/>
        </p:nvCxnSpPr>
        <p:spPr>
          <a:xfrm>
            <a:off x="1396169" y="2421466"/>
            <a:ext cx="9407298" cy="0"/>
          </a:xfrm>
          <a:prstGeom prst="straightConnector1">
            <a:avLst/>
          </a:prstGeom>
          <a:noFill/>
          <a:ln cap="flat" cmpd="sng" w="15875">
            <a:solidFill>
              <a:schemeClr val="accent1"/>
            </a:solidFill>
            <a:prstDash val="solid"/>
            <a:round/>
            <a:headEnd len="sm" w="sm" type="none"/>
            <a:tailEnd len="sm" w="sm" type="none"/>
          </a:ln>
        </p:spPr>
      </p:cxnSp>
      <p:sp>
        <p:nvSpPr>
          <p:cNvPr id="30" name="Google Shape;30;p3"/>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32" name="Google Shape;32;p3"/>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3"/>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3"/>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5" name="Shape 35"/>
        <p:cNvGrpSpPr/>
        <p:nvPr/>
      </p:nvGrpSpPr>
      <p:grpSpPr>
        <a:xfrm>
          <a:off x="0" y="0"/>
          <a:ext cx="0" cy="0"/>
          <a:chOff x="0" y="0"/>
          <a:chExt cx="0" cy="0"/>
        </a:xfrm>
      </p:grpSpPr>
      <p:sp>
        <p:nvSpPr>
          <p:cNvPr id="36" name="Google Shape;36;p4"/>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4"/>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4"/>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9" name="Shape 39"/>
        <p:cNvGrpSpPr/>
        <p:nvPr/>
      </p:nvGrpSpPr>
      <p:grpSpPr>
        <a:xfrm>
          <a:off x="0" y="0"/>
          <a:ext cx="0" cy="0"/>
          <a:chOff x="0" y="0"/>
          <a:chExt cx="0" cy="0"/>
        </a:xfrm>
      </p:grpSpPr>
      <p:sp>
        <p:nvSpPr>
          <p:cNvPr id="40" name="Google Shape;40;p5"/>
          <p:cNvSpPr txBox="1"/>
          <p:nvPr>
            <p:ph type="title"/>
          </p:nvPr>
        </p:nvSpPr>
        <p:spPr>
          <a:xfrm>
            <a:off x="2015069" y="1752606"/>
            <a:ext cx="8158688" cy="1822514"/>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Clr>
                <a:srgbClr val="262626"/>
              </a:buClr>
              <a:buSzPts val="4400"/>
              <a:buFont typeface="Garamond"/>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5"/>
          <p:cNvSpPr txBox="1"/>
          <p:nvPr>
            <p:ph idx="1" type="body"/>
          </p:nvPr>
        </p:nvSpPr>
        <p:spPr>
          <a:xfrm>
            <a:off x="2015067" y="3846051"/>
            <a:ext cx="8158690" cy="954547"/>
          </a:xfrm>
          <a:prstGeom prst="rect">
            <a:avLst/>
          </a:prstGeom>
          <a:noFill/>
          <a:ln>
            <a:noFill/>
          </a:ln>
        </p:spPr>
        <p:txBody>
          <a:bodyPr anchorCtr="0" anchor="t" bIns="45700" lIns="91425" spcFirstLastPara="1" rIns="91425" wrap="square" tIns="45700">
            <a:noAutofit/>
          </a:bodyPr>
          <a:lstStyle>
            <a:lvl1pPr indent="-228600" lvl="0" marL="457200" algn="ctr">
              <a:spcBef>
                <a:spcPts val="480"/>
              </a:spcBef>
              <a:spcAft>
                <a:spcPts val="0"/>
              </a:spcAft>
              <a:buSzPts val="2760"/>
              <a:buNone/>
              <a:defRPr sz="24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42" name="Google Shape;42;p5"/>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5"/>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45" name="Google Shape;45;p5"/>
          <p:cNvCxnSpPr/>
          <p:nvPr/>
        </p:nvCxnSpPr>
        <p:spPr>
          <a:xfrm>
            <a:off x="2012723" y="3710585"/>
            <a:ext cx="8163380"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6" name="Shape 46"/>
        <p:cNvGrpSpPr/>
        <p:nvPr/>
      </p:nvGrpSpPr>
      <p:grpSpPr>
        <a:xfrm>
          <a:off x="0" y="0"/>
          <a:ext cx="0" cy="0"/>
          <a:chOff x="0" y="0"/>
          <a:chExt cx="0" cy="0"/>
        </a:xfrm>
      </p:grpSpPr>
      <p:cxnSp>
        <p:nvCxnSpPr>
          <p:cNvPr id="47" name="Google Shape;47;p6"/>
          <p:cNvCxnSpPr/>
          <p:nvPr/>
        </p:nvCxnSpPr>
        <p:spPr>
          <a:xfrm>
            <a:off x="1396169" y="2421466"/>
            <a:ext cx="9407298" cy="0"/>
          </a:xfrm>
          <a:prstGeom prst="straightConnector1">
            <a:avLst/>
          </a:prstGeom>
          <a:noFill/>
          <a:ln cap="flat" cmpd="sng" w="15875">
            <a:solidFill>
              <a:schemeClr val="accent1"/>
            </a:solidFill>
            <a:prstDash val="solid"/>
            <a:round/>
            <a:headEnd len="sm" w="sm" type="none"/>
            <a:tailEnd len="sm" w="sm" type="none"/>
          </a:ln>
        </p:spPr>
      </p:cxnSp>
      <p:sp>
        <p:nvSpPr>
          <p:cNvPr id="48" name="Google Shape;48;p6"/>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6"/>
          <p:cNvSpPr txBox="1"/>
          <p:nvPr>
            <p:ph idx="1" type="body"/>
          </p:nvPr>
        </p:nvSpPr>
        <p:spPr>
          <a:xfrm>
            <a:off x="1298448" y="2560320"/>
            <a:ext cx="4718304" cy="3310128"/>
          </a:xfrm>
          <a:prstGeom prst="rect">
            <a:avLst/>
          </a:prstGeom>
          <a:noFill/>
          <a:ln>
            <a:noFill/>
          </a:ln>
        </p:spPr>
        <p:txBody>
          <a:bodyPr anchorCtr="0" anchor="t" bIns="45700" lIns="91425" spcFirstLastPara="1" rIns="91425" wrap="square" tIns="45700">
            <a:no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50" name="Google Shape;50;p6"/>
          <p:cNvSpPr txBox="1"/>
          <p:nvPr>
            <p:ph idx="2" type="body"/>
          </p:nvPr>
        </p:nvSpPr>
        <p:spPr>
          <a:xfrm>
            <a:off x="6181344" y="2560320"/>
            <a:ext cx="4718304" cy="3310128"/>
          </a:xfrm>
          <a:prstGeom prst="rect">
            <a:avLst/>
          </a:prstGeom>
          <a:noFill/>
          <a:ln>
            <a:noFill/>
          </a:ln>
        </p:spPr>
        <p:txBody>
          <a:bodyPr anchorCtr="0" anchor="t" bIns="45700" lIns="91425" spcFirstLastPara="1" rIns="91425" wrap="square" tIns="45700">
            <a:no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51" name="Google Shape;51;p6"/>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6"/>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6"/>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4" name="Shape 54"/>
        <p:cNvGrpSpPr/>
        <p:nvPr/>
      </p:nvGrpSpPr>
      <p:grpSpPr>
        <a:xfrm>
          <a:off x="0" y="0"/>
          <a:ext cx="0" cy="0"/>
          <a:chOff x="0" y="0"/>
          <a:chExt cx="0" cy="0"/>
        </a:xfrm>
      </p:grpSpPr>
      <p:sp>
        <p:nvSpPr>
          <p:cNvPr id="55" name="Google Shape;55;p7"/>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262626"/>
              </a:buClr>
              <a:buSzPts val="4400"/>
              <a:buFont typeface="Garamond"/>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7"/>
          <p:cNvSpPr txBox="1"/>
          <p:nvPr>
            <p:ph idx="1" type="body"/>
          </p:nvPr>
        </p:nvSpPr>
        <p:spPr>
          <a:xfrm>
            <a:off x="1295400" y="2658533"/>
            <a:ext cx="4718304" cy="576262"/>
          </a:xfrm>
          <a:prstGeom prst="rect">
            <a:avLst/>
          </a:prstGeom>
          <a:noFill/>
          <a:ln>
            <a:noFill/>
          </a:ln>
        </p:spPr>
        <p:txBody>
          <a:bodyPr anchorCtr="0" anchor="b" bIns="45700" lIns="91425" spcFirstLastPara="1" rIns="91425" wrap="square" tIns="45700">
            <a:noAutofit/>
          </a:bodyPr>
          <a:lstStyle>
            <a:lvl1pPr indent="-228600" lvl="0" marL="457200" algn="l">
              <a:spcBef>
                <a:spcPts val="672"/>
              </a:spcBef>
              <a:spcAft>
                <a:spcPts val="0"/>
              </a:spcAft>
              <a:buSzPts val="3220"/>
              <a:buNone/>
              <a:defRPr b="0" sz="2800">
                <a:solidFill>
                  <a:schemeClr val="accent1"/>
                </a:solidFill>
              </a:defRPr>
            </a:lvl1pPr>
            <a:lvl2pPr indent="-228600" lvl="1" marL="914400" algn="l">
              <a:spcBef>
                <a:spcPts val="600"/>
              </a:spcBef>
              <a:spcAft>
                <a:spcPts val="0"/>
              </a:spcAft>
              <a:buSzPts val="2300"/>
              <a:buNone/>
              <a:defRPr b="1" sz="2000"/>
            </a:lvl2pPr>
            <a:lvl3pPr indent="-228600" lvl="2" marL="1371600" algn="l">
              <a:spcBef>
                <a:spcPts val="600"/>
              </a:spcBef>
              <a:spcAft>
                <a:spcPts val="0"/>
              </a:spcAft>
              <a:buSzPts val="2070"/>
              <a:buNone/>
              <a:defRPr b="1" sz="1800"/>
            </a:lvl3pPr>
            <a:lvl4pPr indent="-228600" lvl="3" marL="1828800" algn="l">
              <a:spcBef>
                <a:spcPts val="600"/>
              </a:spcBef>
              <a:spcAft>
                <a:spcPts val="0"/>
              </a:spcAft>
              <a:buSzPts val="1840"/>
              <a:buNone/>
              <a:defRPr b="1" sz="1600"/>
            </a:lvl4pPr>
            <a:lvl5pPr indent="-228600" lvl="4" marL="2286000" algn="l">
              <a:spcBef>
                <a:spcPts val="600"/>
              </a:spcBef>
              <a:spcAft>
                <a:spcPts val="0"/>
              </a:spcAft>
              <a:buSzPts val="1840"/>
              <a:buNone/>
              <a:defRPr b="1" sz="1600"/>
            </a:lvl5pPr>
            <a:lvl6pPr indent="-228600" lvl="5" marL="2743200" algn="l">
              <a:spcBef>
                <a:spcPts val="600"/>
              </a:spcBef>
              <a:spcAft>
                <a:spcPts val="0"/>
              </a:spcAft>
              <a:buSzPts val="1840"/>
              <a:buNone/>
              <a:defRPr b="1" sz="1600"/>
            </a:lvl6pPr>
            <a:lvl7pPr indent="-228600" lvl="6" marL="3200400" algn="l">
              <a:spcBef>
                <a:spcPts val="600"/>
              </a:spcBef>
              <a:spcAft>
                <a:spcPts val="0"/>
              </a:spcAft>
              <a:buSzPts val="1840"/>
              <a:buNone/>
              <a:defRPr b="1" sz="1600"/>
            </a:lvl7pPr>
            <a:lvl8pPr indent="-228600" lvl="7" marL="3657600" algn="l">
              <a:spcBef>
                <a:spcPts val="600"/>
              </a:spcBef>
              <a:spcAft>
                <a:spcPts val="0"/>
              </a:spcAft>
              <a:buSzPts val="1840"/>
              <a:buNone/>
              <a:defRPr b="1" sz="1600"/>
            </a:lvl8pPr>
            <a:lvl9pPr indent="-228600" lvl="8" marL="4114800" algn="l">
              <a:spcBef>
                <a:spcPts val="600"/>
              </a:spcBef>
              <a:spcAft>
                <a:spcPts val="600"/>
              </a:spcAft>
              <a:buSzPts val="1840"/>
              <a:buNone/>
              <a:defRPr b="1" sz="1600"/>
            </a:lvl9pPr>
          </a:lstStyle>
          <a:p/>
        </p:txBody>
      </p:sp>
      <p:sp>
        <p:nvSpPr>
          <p:cNvPr id="57" name="Google Shape;57;p7"/>
          <p:cNvSpPr txBox="1"/>
          <p:nvPr>
            <p:ph idx="2" type="body"/>
          </p:nvPr>
        </p:nvSpPr>
        <p:spPr>
          <a:xfrm>
            <a:off x="1295400" y="3243262"/>
            <a:ext cx="4718304" cy="2632605"/>
          </a:xfrm>
          <a:prstGeom prst="rect">
            <a:avLst/>
          </a:prstGeom>
          <a:noFill/>
          <a:ln>
            <a:noFill/>
          </a:ln>
        </p:spPr>
        <p:txBody>
          <a:bodyPr anchorCtr="0" anchor="t" bIns="45700" lIns="91425" spcFirstLastPara="1" rIns="91425" wrap="square" tIns="45700">
            <a:no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58" name="Google Shape;58;p7"/>
          <p:cNvSpPr txBox="1"/>
          <p:nvPr>
            <p:ph idx="3" type="body"/>
          </p:nvPr>
        </p:nvSpPr>
        <p:spPr>
          <a:xfrm>
            <a:off x="6180670" y="2658533"/>
            <a:ext cx="4718304" cy="576262"/>
          </a:xfrm>
          <a:prstGeom prst="rect">
            <a:avLst/>
          </a:prstGeom>
          <a:noFill/>
          <a:ln>
            <a:noFill/>
          </a:ln>
        </p:spPr>
        <p:txBody>
          <a:bodyPr anchorCtr="0" anchor="b" bIns="45700" lIns="91425" spcFirstLastPara="1" rIns="91425" wrap="square" tIns="45700">
            <a:noAutofit/>
          </a:bodyPr>
          <a:lstStyle>
            <a:lvl1pPr indent="-228600" lvl="0" marL="457200" algn="l">
              <a:spcBef>
                <a:spcPts val="672"/>
              </a:spcBef>
              <a:spcAft>
                <a:spcPts val="0"/>
              </a:spcAft>
              <a:buSzPts val="3220"/>
              <a:buNone/>
              <a:defRPr b="0" sz="2800">
                <a:solidFill>
                  <a:schemeClr val="accent1"/>
                </a:solidFill>
              </a:defRPr>
            </a:lvl1pPr>
            <a:lvl2pPr indent="-228600" lvl="1" marL="914400" algn="l">
              <a:spcBef>
                <a:spcPts val="600"/>
              </a:spcBef>
              <a:spcAft>
                <a:spcPts val="0"/>
              </a:spcAft>
              <a:buSzPts val="2300"/>
              <a:buNone/>
              <a:defRPr b="1" sz="2000"/>
            </a:lvl2pPr>
            <a:lvl3pPr indent="-228600" lvl="2" marL="1371600" algn="l">
              <a:spcBef>
                <a:spcPts val="600"/>
              </a:spcBef>
              <a:spcAft>
                <a:spcPts val="0"/>
              </a:spcAft>
              <a:buSzPts val="2070"/>
              <a:buNone/>
              <a:defRPr b="1" sz="1800"/>
            </a:lvl3pPr>
            <a:lvl4pPr indent="-228600" lvl="3" marL="1828800" algn="l">
              <a:spcBef>
                <a:spcPts val="600"/>
              </a:spcBef>
              <a:spcAft>
                <a:spcPts val="0"/>
              </a:spcAft>
              <a:buSzPts val="1840"/>
              <a:buNone/>
              <a:defRPr b="1" sz="1600"/>
            </a:lvl4pPr>
            <a:lvl5pPr indent="-228600" lvl="4" marL="2286000" algn="l">
              <a:spcBef>
                <a:spcPts val="600"/>
              </a:spcBef>
              <a:spcAft>
                <a:spcPts val="0"/>
              </a:spcAft>
              <a:buSzPts val="1840"/>
              <a:buNone/>
              <a:defRPr b="1" sz="1600"/>
            </a:lvl5pPr>
            <a:lvl6pPr indent="-228600" lvl="5" marL="2743200" algn="l">
              <a:spcBef>
                <a:spcPts val="600"/>
              </a:spcBef>
              <a:spcAft>
                <a:spcPts val="0"/>
              </a:spcAft>
              <a:buSzPts val="1840"/>
              <a:buNone/>
              <a:defRPr b="1" sz="1600"/>
            </a:lvl6pPr>
            <a:lvl7pPr indent="-228600" lvl="6" marL="3200400" algn="l">
              <a:spcBef>
                <a:spcPts val="600"/>
              </a:spcBef>
              <a:spcAft>
                <a:spcPts val="0"/>
              </a:spcAft>
              <a:buSzPts val="1840"/>
              <a:buNone/>
              <a:defRPr b="1" sz="1600"/>
            </a:lvl7pPr>
            <a:lvl8pPr indent="-228600" lvl="7" marL="3657600" algn="l">
              <a:spcBef>
                <a:spcPts val="600"/>
              </a:spcBef>
              <a:spcAft>
                <a:spcPts val="0"/>
              </a:spcAft>
              <a:buSzPts val="1840"/>
              <a:buNone/>
              <a:defRPr b="1" sz="1600"/>
            </a:lvl8pPr>
            <a:lvl9pPr indent="-228600" lvl="8" marL="4114800" algn="l">
              <a:spcBef>
                <a:spcPts val="600"/>
              </a:spcBef>
              <a:spcAft>
                <a:spcPts val="600"/>
              </a:spcAft>
              <a:buSzPts val="1840"/>
              <a:buNone/>
              <a:defRPr b="1" sz="1600"/>
            </a:lvl9pPr>
          </a:lstStyle>
          <a:p/>
        </p:txBody>
      </p:sp>
      <p:sp>
        <p:nvSpPr>
          <p:cNvPr id="59" name="Google Shape;59;p7"/>
          <p:cNvSpPr txBox="1"/>
          <p:nvPr>
            <p:ph idx="4" type="body"/>
          </p:nvPr>
        </p:nvSpPr>
        <p:spPr>
          <a:xfrm>
            <a:off x="6180670" y="3243262"/>
            <a:ext cx="4718304" cy="2632605"/>
          </a:xfrm>
          <a:prstGeom prst="rect">
            <a:avLst/>
          </a:prstGeom>
          <a:noFill/>
          <a:ln>
            <a:noFill/>
          </a:ln>
        </p:spPr>
        <p:txBody>
          <a:bodyPr anchorCtr="0" anchor="t" bIns="45700" lIns="91425" spcFirstLastPara="1" rIns="91425" wrap="square" tIns="45700">
            <a:no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60" name="Google Shape;60;p7"/>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7"/>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7"/>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63" name="Google Shape;63;p7"/>
          <p:cNvCxnSpPr/>
          <p:nvPr/>
        </p:nvCxnSpPr>
        <p:spPr>
          <a:xfrm>
            <a:off x="1396169" y="2421466"/>
            <a:ext cx="9407298"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4" name="Shape 64"/>
        <p:cNvGrpSpPr/>
        <p:nvPr/>
      </p:nvGrpSpPr>
      <p:grpSpPr>
        <a:xfrm>
          <a:off x="0" y="0"/>
          <a:ext cx="0" cy="0"/>
          <a:chOff x="0" y="0"/>
          <a:chExt cx="0" cy="0"/>
        </a:xfrm>
      </p:grpSpPr>
      <p:sp>
        <p:nvSpPr>
          <p:cNvPr id="65" name="Google Shape;65;p8"/>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8"/>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8"/>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8"/>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69" name="Google Shape;69;p8"/>
          <p:cNvCxnSpPr/>
          <p:nvPr/>
        </p:nvCxnSpPr>
        <p:spPr>
          <a:xfrm>
            <a:off x="1396169" y="2421466"/>
            <a:ext cx="9407298"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0" name="Shape 70"/>
        <p:cNvGrpSpPr/>
        <p:nvPr/>
      </p:nvGrpSpPr>
      <p:grpSpPr>
        <a:xfrm>
          <a:off x="0" y="0"/>
          <a:ext cx="0" cy="0"/>
          <a:chOff x="0" y="0"/>
          <a:chExt cx="0" cy="0"/>
        </a:xfrm>
      </p:grpSpPr>
      <p:sp>
        <p:nvSpPr>
          <p:cNvPr id="71" name="Google Shape;71;p9"/>
          <p:cNvSpPr txBox="1"/>
          <p:nvPr>
            <p:ph type="title"/>
          </p:nvPr>
        </p:nvSpPr>
        <p:spPr>
          <a:xfrm>
            <a:off x="1293811" y="1388534"/>
            <a:ext cx="3718455" cy="13716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Clr>
                <a:srgbClr val="262626"/>
              </a:buClr>
              <a:buSzPts val="2400"/>
              <a:buFont typeface="Garamond"/>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9"/>
          <p:cNvSpPr txBox="1"/>
          <p:nvPr>
            <p:ph idx="1" type="body"/>
          </p:nvPr>
        </p:nvSpPr>
        <p:spPr>
          <a:xfrm>
            <a:off x="5418668" y="982131"/>
            <a:ext cx="5469466" cy="4893735"/>
          </a:xfrm>
          <a:prstGeom prst="rect">
            <a:avLst/>
          </a:prstGeom>
          <a:noFill/>
          <a:ln>
            <a:noFill/>
          </a:ln>
        </p:spPr>
        <p:txBody>
          <a:bodyPr anchorCtr="0" anchor="ctr" bIns="45700" lIns="91425" spcFirstLastPara="1" rIns="91425" wrap="square" tIns="45700">
            <a:no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73" name="Google Shape;73;p9"/>
          <p:cNvSpPr txBox="1"/>
          <p:nvPr>
            <p:ph idx="2" type="body"/>
          </p:nvPr>
        </p:nvSpPr>
        <p:spPr>
          <a:xfrm>
            <a:off x="1293811" y="3031065"/>
            <a:ext cx="3718455" cy="2438404"/>
          </a:xfrm>
          <a:prstGeom prst="rect">
            <a:avLst/>
          </a:prstGeom>
          <a:noFill/>
          <a:ln>
            <a:noFill/>
          </a:ln>
        </p:spPr>
        <p:txBody>
          <a:bodyPr anchorCtr="0" anchor="t" bIns="45700" lIns="91425" spcFirstLastPara="1" rIns="91425" wrap="square" tIns="45700">
            <a:noAutofit/>
          </a:bodyPr>
          <a:lstStyle>
            <a:lvl1pPr indent="-228600" lvl="0" marL="457200" algn="ctr">
              <a:spcBef>
                <a:spcPts val="320"/>
              </a:spcBef>
              <a:spcAft>
                <a:spcPts val="0"/>
              </a:spcAft>
              <a:buSzPts val="1840"/>
              <a:buNone/>
              <a:defRPr sz="1600"/>
            </a:lvl1pPr>
            <a:lvl2pPr indent="-228600" lvl="1" marL="914400" algn="l">
              <a:spcBef>
                <a:spcPts val="600"/>
              </a:spcBef>
              <a:spcAft>
                <a:spcPts val="0"/>
              </a:spcAft>
              <a:buSzPts val="1380"/>
              <a:buNone/>
              <a:defRPr sz="1200"/>
            </a:lvl2pPr>
            <a:lvl3pPr indent="-228600" lvl="2" marL="1371600" algn="l">
              <a:spcBef>
                <a:spcPts val="600"/>
              </a:spcBef>
              <a:spcAft>
                <a:spcPts val="0"/>
              </a:spcAft>
              <a:buSzPts val="1150"/>
              <a:buNone/>
              <a:defRPr sz="1000"/>
            </a:lvl3pPr>
            <a:lvl4pPr indent="-228600" lvl="3" marL="1828800" algn="l">
              <a:spcBef>
                <a:spcPts val="600"/>
              </a:spcBef>
              <a:spcAft>
                <a:spcPts val="0"/>
              </a:spcAft>
              <a:buSzPts val="1035"/>
              <a:buNone/>
              <a:defRPr sz="900"/>
            </a:lvl4pPr>
            <a:lvl5pPr indent="-228600" lvl="4" marL="2286000" algn="l">
              <a:spcBef>
                <a:spcPts val="600"/>
              </a:spcBef>
              <a:spcAft>
                <a:spcPts val="0"/>
              </a:spcAft>
              <a:buSzPts val="1035"/>
              <a:buNone/>
              <a:defRPr sz="900"/>
            </a:lvl5pPr>
            <a:lvl6pPr indent="-228600" lvl="5" marL="2743200" algn="l">
              <a:spcBef>
                <a:spcPts val="600"/>
              </a:spcBef>
              <a:spcAft>
                <a:spcPts val="0"/>
              </a:spcAft>
              <a:buSzPts val="1035"/>
              <a:buNone/>
              <a:defRPr sz="900"/>
            </a:lvl6pPr>
            <a:lvl7pPr indent="-228600" lvl="6" marL="3200400" algn="l">
              <a:spcBef>
                <a:spcPts val="600"/>
              </a:spcBef>
              <a:spcAft>
                <a:spcPts val="0"/>
              </a:spcAft>
              <a:buSzPts val="1035"/>
              <a:buNone/>
              <a:defRPr sz="900"/>
            </a:lvl7pPr>
            <a:lvl8pPr indent="-228600" lvl="7" marL="3657600" algn="l">
              <a:spcBef>
                <a:spcPts val="600"/>
              </a:spcBef>
              <a:spcAft>
                <a:spcPts val="0"/>
              </a:spcAft>
              <a:buSzPts val="1035"/>
              <a:buNone/>
              <a:defRPr sz="900"/>
            </a:lvl8pPr>
            <a:lvl9pPr indent="-228600" lvl="8" marL="4114800" algn="l">
              <a:spcBef>
                <a:spcPts val="600"/>
              </a:spcBef>
              <a:spcAft>
                <a:spcPts val="600"/>
              </a:spcAft>
              <a:buSzPts val="1035"/>
              <a:buNone/>
              <a:defRPr sz="900"/>
            </a:lvl9pPr>
          </a:lstStyle>
          <a:p/>
        </p:txBody>
      </p:sp>
      <p:sp>
        <p:nvSpPr>
          <p:cNvPr id="74" name="Google Shape;74;p9"/>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9"/>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9"/>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77" name="Google Shape;77;p9"/>
          <p:cNvCxnSpPr/>
          <p:nvPr/>
        </p:nvCxnSpPr>
        <p:spPr>
          <a:xfrm>
            <a:off x="1396169" y="2912533"/>
            <a:ext cx="3514498"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8" name="Shape 78"/>
        <p:cNvGrpSpPr/>
        <p:nvPr/>
      </p:nvGrpSpPr>
      <p:grpSpPr>
        <a:xfrm>
          <a:off x="0" y="0"/>
          <a:ext cx="0" cy="0"/>
          <a:chOff x="0" y="0"/>
          <a:chExt cx="0" cy="0"/>
        </a:xfrm>
      </p:grpSpPr>
      <p:sp>
        <p:nvSpPr>
          <p:cNvPr id="79" name="Google Shape;79;p10"/>
          <p:cNvSpPr txBox="1"/>
          <p:nvPr>
            <p:ph type="title"/>
          </p:nvPr>
        </p:nvSpPr>
        <p:spPr>
          <a:xfrm>
            <a:off x="1295399" y="1883832"/>
            <a:ext cx="6241816" cy="13716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Clr>
                <a:srgbClr val="262626"/>
              </a:buClr>
              <a:buSzPts val="2800"/>
              <a:buFont typeface="Garamond"/>
              <a:buNone/>
              <a:defRPr b="0" sz="2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10"/>
          <p:cNvSpPr/>
          <p:nvPr>
            <p:ph idx="2" type="pic"/>
          </p:nvPr>
        </p:nvSpPr>
        <p:spPr>
          <a:xfrm>
            <a:off x="8094831" y="1041400"/>
            <a:ext cx="3063347" cy="4775200"/>
          </a:xfrm>
          <a:prstGeom prst="roundRect">
            <a:avLst>
              <a:gd fmla="val 0" name="adj"/>
            </a:avLst>
          </a:prstGeom>
          <a:noFill/>
          <a:ln cap="flat" cmpd="thickThin" w="57150">
            <a:solidFill>
              <a:srgbClr val="7F7F7F"/>
            </a:solidFill>
            <a:prstDash val="solid"/>
            <a:miter lim="800000"/>
            <a:headEnd len="sm" w="sm" type="none"/>
            <a:tailEnd len="sm" w="sm" type="none"/>
          </a:ln>
        </p:spPr>
        <p:txBody>
          <a:bodyPr anchorCtr="0" anchor="t" bIns="45700" lIns="91425" spcFirstLastPara="1" rIns="91425" wrap="square" tIns="45700">
            <a:noAutofit/>
          </a:bodyPr>
          <a:lstStyle>
            <a:lvl1pPr lvl="0" marR="0" rtl="0" algn="ctr">
              <a:spcBef>
                <a:spcPts val="320"/>
              </a:spcBef>
              <a:spcAft>
                <a:spcPts val="0"/>
              </a:spcAft>
              <a:buClr>
                <a:schemeClr val="accent1"/>
              </a:buClr>
              <a:buSzPts val="1840"/>
              <a:buFont typeface="Arial"/>
              <a:buNone/>
              <a:defRPr b="0" i="0" sz="1600" u="none" cap="none" strike="noStrike">
                <a:solidFill>
                  <a:srgbClr val="262626"/>
                </a:solidFill>
                <a:latin typeface="Garamond"/>
                <a:ea typeface="Garamond"/>
                <a:cs typeface="Garamond"/>
                <a:sym typeface="Garamond"/>
              </a:defRPr>
            </a:lvl1pPr>
            <a:lvl2pPr lvl="1" marR="0" rtl="0" algn="l">
              <a:spcBef>
                <a:spcPts val="600"/>
              </a:spcBef>
              <a:spcAft>
                <a:spcPts val="0"/>
              </a:spcAft>
              <a:buClr>
                <a:schemeClr val="accent1"/>
              </a:buClr>
              <a:buSzPts val="1840"/>
              <a:buFont typeface="Arial"/>
              <a:buNone/>
              <a:defRPr b="0" i="0" sz="1600" u="none" cap="none" strike="noStrike">
                <a:solidFill>
                  <a:srgbClr val="262626"/>
                </a:solidFill>
                <a:latin typeface="Garamond"/>
                <a:ea typeface="Garamond"/>
                <a:cs typeface="Garamond"/>
                <a:sym typeface="Garamond"/>
              </a:defRPr>
            </a:lvl2pPr>
            <a:lvl3pPr lvl="2" marR="0" rtl="0" algn="l">
              <a:spcBef>
                <a:spcPts val="600"/>
              </a:spcBef>
              <a:spcAft>
                <a:spcPts val="0"/>
              </a:spcAft>
              <a:buClr>
                <a:schemeClr val="accent1"/>
              </a:buClr>
              <a:buSzPts val="1840"/>
              <a:buFont typeface="Arial"/>
              <a:buNone/>
              <a:defRPr b="0" i="0" sz="1600" u="none" cap="none" strike="noStrike">
                <a:solidFill>
                  <a:srgbClr val="262626"/>
                </a:solidFill>
                <a:latin typeface="Garamond"/>
                <a:ea typeface="Garamond"/>
                <a:cs typeface="Garamond"/>
                <a:sym typeface="Garamond"/>
              </a:defRPr>
            </a:lvl3pPr>
            <a:lvl4pPr lvl="3" marR="0" rtl="0" algn="l">
              <a:spcBef>
                <a:spcPts val="600"/>
              </a:spcBef>
              <a:spcAft>
                <a:spcPts val="0"/>
              </a:spcAft>
              <a:buClr>
                <a:schemeClr val="accent1"/>
              </a:buClr>
              <a:buSzPts val="1840"/>
              <a:buFont typeface="Arial"/>
              <a:buNone/>
              <a:defRPr b="0" i="0" sz="1600" u="none" cap="none" strike="noStrike">
                <a:solidFill>
                  <a:srgbClr val="262626"/>
                </a:solidFill>
                <a:latin typeface="Garamond"/>
                <a:ea typeface="Garamond"/>
                <a:cs typeface="Garamond"/>
                <a:sym typeface="Garamond"/>
              </a:defRPr>
            </a:lvl4pPr>
            <a:lvl5pPr lvl="4" marR="0" rtl="0" algn="l">
              <a:spcBef>
                <a:spcPts val="600"/>
              </a:spcBef>
              <a:spcAft>
                <a:spcPts val="0"/>
              </a:spcAft>
              <a:buClr>
                <a:schemeClr val="accent1"/>
              </a:buClr>
              <a:buSzPts val="1840"/>
              <a:buFont typeface="Arial"/>
              <a:buNone/>
              <a:defRPr b="0" i="0" sz="1600" u="none" cap="none" strike="noStrike">
                <a:solidFill>
                  <a:srgbClr val="262626"/>
                </a:solidFill>
                <a:latin typeface="Garamond"/>
                <a:ea typeface="Garamond"/>
                <a:cs typeface="Garamond"/>
                <a:sym typeface="Garamond"/>
              </a:defRPr>
            </a:lvl5pPr>
            <a:lvl6pPr lvl="5" marR="0" rtl="0" algn="l">
              <a:spcBef>
                <a:spcPts val="600"/>
              </a:spcBef>
              <a:spcAft>
                <a:spcPts val="0"/>
              </a:spcAft>
              <a:buClr>
                <a:schemeClr val="accent1"/>
              </a:buClr>
              <a:buSzPts val="1840"/>
              <a:buFont typeface="Arial"/>
              <a:buNone/>
              <a:defRPr b="0" i="0" sz="1600" u="none" cap="none" strike="noStrike">
                <a:solidFill>
                  <a:srgbClr val="262626"/>
                </a:solidFill>
                <a:latin typeface="Garamond"/>
                <a:ea typeface="Garamond"/>
                <a:cs typeface="Garamond"/>
                <a:sym typeface="Garamond"/>
              </a:defRPr>
            </a:lvl6pPr>
            <a:lvl7pPr lvl="6" marR="0" rtl="0" algn="l">
              <a:spcBef>
                <a:spcPts val="600"/>
              </a:spcBef>
              <a:spcAft>
                <a:spcPts val="0"/>
              </a:spcAft>
              <a:buClr>
                <a:schemeClr val="accent1"/>
              </a:buClr>
              <a:buSzPts val="1840"/>
              <a:buFont typeface="Arial"/>
              <a:buNone/>
              <a:defRPr b="0" i="0" sz="1600" u="none" cap="none" strike="noStrike">
                <a:solidFill>
                  <a:srgbClr val="262626"/>
                </a:solidFill>
                <a:latin typeface="Garamond"/>
                <a:ea typeface="Garamond"/>
                <a:cs typeface="Garamond"/>
                <a:sym typeface="Garamond"/>
              </a:defRPr>
            </a:lvl7pPr>
            <a:lvl8pPr lvl="7" marR="0" rtl="0" algn="l">
              <a:spcBef>
                <a:spcPts val="600"/>
              </a:spcBef>
              <a:spcAft>
                <a:spcPts val="0"/>
              </a:spcAft>
              <a:buClr>
                <a:schemeClr val="accent1"/>
              </a:buClr>
              <a:buSzPts val="1840"/>
              <a:buFont typeface="Arial"/>
              <a:buNone/>
              <a:defRPr b="0" i="0" sz="1600" u="none" cap="none" strike="noStrike">
                <a:solidFill>
                  <a:srgbClr val="262626"/>
                </a:solidFill>
                <a:latin typeface="Garamond"/>
                <a:ea typeface="Garamond"/>
                <a:cs typeface="Garamond"/>
                <a:sym typeface="Garamond"/>
              </a:defRPr>
            </a:lvl8pPr>
            <a:lvl9pPr lvl="8" marR="0" rtl="0" algn="l">
              <a:spcBef>
                <a:spcPts val="600"/>
              </a:spcBef>
              <a:spcAft>
                <a:spcPts val="600"/>
              </a:spcAft>
              <a:buClr>
                <a:schemeClr val="accent1"/>
              </a:buClr>
              <a:buSzPts val="1840"/>
              <a:buFont typeface="Arial"/>
              <a:buNone/>
              <a:defRPr b="0" i="0" sz="1600" u="none" cap="none" strike="noStrike">
                <a:solidFill>
                  <a:srgbClr val="262626"/>
                </a:solidFill>
                <a:latin typeface="Garamond"/>
                <a:ea typeface="Garamond"/>
                <a:cs typeface="Garamond"/>
                <a:sym typeface="Garamond"/>
              </a:defRPr>
            </a:lvl9pPr>
          </a:lstStyle>
          <a:p/>
        </p:txBody>
      </p:sp>
      <p:sp>
        <p:nvSpPr>
          <p:cNvPr id="81" name="Google Shape;81;p10"/>
          <p:cNvSpPr txBox="1"/>
          <p:nvPr>
            <p:ph idx="1" type="body"/>
          </p:nvPr>
        </p:nvSpPr>
        <p:spPr>
          <a:xfrm>
            <a:off x="1295399" y="3255432"/>
            <a:ext cx="6241816" cy="1828800"/>
          </a:xfrm>
          <a:prstGeom prst="rect">
            <a:avLst/>
          </a:prstGeom>
          <a:noFill/>
          <a:ln>
            <a:noFill/>
          </a:ln>
        </p:spPr>
        <p:txBody>
          <a:bodyPr anchorCtr="0" anchor="t" bIns="45700" lIns="91425" spcFirstLastPara="1" rIns="91425" wrap="square" tIns="45700">
            <a:noAutofit/>
          </a:bodyPr>
          <a:lstStyle>
            <a:lvl1pPr indent="-228600" lvl="0" marL="457200" algn="ctr">
              <a:spcBef>
                <a:spcPts val="360"/>
              </a:spcBef>
              <a:spcAft>
                <a:spcPts val="0"/>
              </a:spcAft>
              <a:buSzPts val="2070"/>
              <a:buNone/>
              <a:defRPr sz="1800"/>
            </a:lvl1pPr>
            <a:lvl2pPr indent="-228600" lvl="1" marL="914400" algn="l">
              <a:spcBef>
                <a:spcPts val="600"/>
              </a:spcBef>
              <a:spcAft>
                <a:spcPts val="0"/>
              </a:spcAft>
              <a:buSzPts val="1380"/>
              <a:buNone/>
              <a:defRPr sz="1200"/>
            </a:lvl2pPr>
            <a:lvl3pPr indent="-228600" lvl="2" marL="1371600" algn="l">
              <a:spcBef>
                <a:spcPts val="600"/>
              </a:spcBef>
              <a:spcAft>
                <a:spcPts val="0"/>
              </a:spcAft>
              <a:buSzPts val="1150"/>
              <a:buNone/>
              <a:defRPr sz="1000"/>
            </a:lvl3pPr>
            <a:lvl4pPr indent="-228600" lvl="3" marL="1828800" algn="l">
              <a:spcBef>
                <a:spcPts val="600"/>
              </a:spcBef>
              <a:spcAft>
                <a:spcPts val="0"/>
              </a:spcAft>
              <a:buSzPts val="1035"/>
              <a:buNone/>
              <a:defRPr sz="900"/>
            </a:lvl4pPr>
            <a:lvl5pPr indent="-228600" lvl="4" marL="2286000" algn="l">
              <a:spcBef>
                <a:spcPts val="600"/>
              </a:spcBef>
              <a:spcAft>
                <a:spcPts val="0"/>
              </a:spcAft>
              <a:buSzPts val="1035"/>
              <a:buNone/>
              <a:defRPr sz="900"/>
            </a:lvl5pPr>
            <a:lvl6pPr indent="-228600" lvl="5" marL="2743200" algn="l">
              <a:spcBef>
                <a:spcPts val="600"/>
              </a:spcBef>
              <a:spcAft>
                <a:spcPts val="0"/>
              </a:spcAft>
              <a:buSzPts val="1035"/>
              <a:buNone/>
              <a:defRPr sz="900"/>
            </a:lvl6pPr>
            <a:lvl7pPr indent="-228600" lvl="6" marL="3200400" algn="l">
              <a:spcBef>
                <a:spcPts val="600"/>
              </a:spcBef>
              <a:spcAft>
                <a:spcPts val="0"/>
              </a:spcAft>
              <a:buSzPts val="1035"/>
              <a:buNone/>
              <a:defRPr sz="900"/>
            </a:lvl7pPr>
            <a:lvl8pPr indent="-228600" lvl="7" marL="3657600" algn="l">
              <a:spcBef>
                <a:spcPts val="600"/>
              </a:spcBef>
              <a:spcAft>
                <a:spcPts val="0"/>
              </a:spcAft>
              <a:buSzPts val="1035"/>
              <a:buNone/>
              <a:defRPr sz="900"/>
            </a:lvl8pPr>
            <a:lvl9pPr indent="-228600" lvl="8" marL="4114800" algn="l">
              <a:spcBef>
                <a:spcPts val="600"/>
              </a:spcBef>
              <a:spcAft>
                <a:spcPts val="600"/>
              </a:spcAft>
              <a:buSzPts val="1035"/>
              <a:buNone/>
              <a:defRPr sz="900"/>
            </a:lvl9pPr>
          </a:lstStyle>
          <a:p/>
        </p:txBody>
      </p:sp>
      <p:sp>
        <p:nvSpPr>
          <p:cNvPr id="82" name="Google Shape;82;p10"/>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0"/>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0"/>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85" name="Shape 85"/>
        <p:cNvGrpSpPr/>
        <p:nvPr/>
      </p:nvGrpSpPr>
      <p:grpSpPr>
        <a:xfrm>
          <a:off x="0" y="0"/>
          <a:ext cx="0" cy="0"/>
          <a:chOff x="0" y="0"/>
          <a:chExt cx="0" cy="0"/>
        </a:xfrm>
      </p:grpSpPr>
      <p:sp>
        <p:nvSpPr>
          <p:cNvPr id="86" name="Google Shape;86;p11"/>
          <p:cNvSpPr txBox="1"/>
          <p:nvPr>
            <p:ph type="title"/>
          </p:nvPr>
        </p:nvSpPr>
        <p:spPr>
          <a:xfrm>
            <a:off x="1295401" y="4815415"/>
            <a:ext cx="9609666" cy="566738"/>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Clr>
                <a:srgbClr val="262626"/>
              </a:buClr>
              <a:buSzPts val="2400"/>
              <a:buFont typeface="Garamond"/>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11"/>
          <p:cNvSpPr/>
          <p:nvPr>
            <p:ph idx="2" type="pic"/>
          </p:nvPr>
        </p:nvSpPr>
        <p:spPr>
          <a:xfrm>
            <a:off x="1041427" y="1041399"/>
            <a:ext cx="10105972" cy="3335869"/>
          </a:xfrm>
          <a:prstGeom prst="roundRect">
            <a:avLst>
              <a:gd fmla="val 0" name="adj"/>
            </a:avLst>
          </a:prstGeom>
          <a:noFill/>
          <a:ln cap="flat" cmpd="thickThin" w="57150">
            <a:solidFill>
              <a:srgbClr val="7F7F7F"/>
            </a:solidFill>
            <a:prstDash val="solid"/>
            <a:miter lim="800000"/>
            <a:headEnd len="sm" w="sm" type="none"/>
            <a:tailEnd len="sm" w="sm" type="none"/>
          </a:ln>
        </p:spPr>
        <p:txBody>
          <a:bodyPr anchorCtr="0" anchor="t" bIns="45700" lIns="91425" spcFirstLastPara="1" rIns="91425" wrap="square" tIns="45700">
            <a:noAutofit/>
          </a:bodyPr>
          <a:lstStyle>
            <a:lvl1pPr lvl="0" marR="0" rtl="0" algn="ctr">
              <a:spcBef>
                <a:spcPts val="320"/>
              </a:spcBef>
              <a:spcAft>
                <a:spcPts val="0"/>
              </a:spcAft>
              <a:buClr>
                <a:schemeClr val="accent1"/>
              </a:buClr>
              <a:buSzPts val="1840"/>
              <a:buFont typeface="Arial"/>
              <a:buNone/>
              <a:defRPr b="0" i="0" sz="1600" u="none" cap="none" strike="noStrike">
                <a:solidFill>
                  <a:srgbClr val="262626"/>
                </a:solidFill>
                <a:latin typeface="Garamond"/>
                <a:ea typeface="Garamond"/>
                <a:cs typeface="Garamond"/>
                <a:sym typeface="Garamond"/>
              </a:defRPr>
            </a:lvl1pPr>
            <a:lvl2pPr lvl="1" marR="0" rtl="0" algn="l">
              <a:spcBef>
                <a:spcPts val="600"/>
              </a:spcBef>
              <a:spcAft>
                <a:spcPts val="0"/>
              </a:spcAft>
              <a:buClr>
                <a:schemeClr val="accent1"/>
              </a:buClr>
              <a:buSzPts val="1840"/>
              <a:buFont typeface="Arial"/>
              <a:buNone/>
              <a:defRPr b="0" i="0" sz="1600" u="none" cap="none" strike="noStrike">
                <a:solidFill>
                  <a:srgbClr val="262626"/>
                </a:solidFill>
                <a:latin typeface="Garamond"/>
                <a:ea typeface="Garamond"/>
                <a:cs typeface="Garamond"/>
                <a:sym typeface="Garamond"/>
              </a:defRPr>
            </a:lvl2pPr>
            <a:lvl3pPr lvl="2" marR="0" rtl="0" algn="l">
              <a:spcBef>
                <a:spcPts val="600"/>
              </a:spcBef>
              <a:spcAft>
                <a:spcPts val="0"/>
              </a:spcAft>
              <a:buClr>
                <a:schemeClr val="accent1"/>
              </a:buClr>
              <a:buSzPts val="1840"/>
              <a:buFont typeface="Arial"/>
              <a:buNone/>
              <a:defRPr b="0" i="0" sz="1600" u="none" cap="none" strike="noStrike">
                <a:solidFill>
                  <a:srgbClr val="262626"/>
                </a:solidFill>
                <a:latin typeface="Garamond"/>
                <a:ea typeface="Garamond"/>
                <a:cs typeface="Garamond"/>
                <a:sym typeface="Garamond"/>
              </a:defRPr>
            </a:lvl3pPr>
            <a:lvl4pPr lvl="3" marR="0" rtl="0" algn="l">
              <a:spcBef>
                <a:spcPts val="600"/>
              </a:spcBef>
              <a:spcAft>
                <a:spcPts val="0"/>
              </a:spcAft>
              <a:buClr>
                <a:schemeClr val="accent1"/>
              </a:buClr>
              <a:buSzPts val="1840"/>
              <a:buFont typeface="Arial"/>
              <a:buNone/>
              <a:defRPr b="0" i="0" sz="1600" u="none" cap="none" strike="noStrike">
                <a:solidFill>
                  <a:srgbClr val="262626"/>
                </a:solidFill>
                <a:latin typeface="Garamond"/>
                <a:ea typeface="Garamond"/>
                <a:cs typeface="Garamond"/>
                <a:sym typeface="Garamond"/>
              </a:defRPr>
            </a:lvl4pPr>
            <a:lvl5pPr lvl="4" marR="0" rtl="0" algn="l">
              <a:spcBef>
                <a:spcPts val="600"/>
              </a:spcBef>
              <a:spcAft>
                <a:spcPts val="0"/>
              </a:spcAft>
              <a:buClr>
                <a:schemeClr val="accent1"/>
              </a:buClr>
              <a:buSzPts val="1840"/>
              <a:buFont typeface="Arial"/>
              <a:buNone/>
              <a:defRPr b="0" i="0" sz="1600" u="none" cap="none" strike="noStrike">
                <a:solidFill>
                  <a:srgbClr val="262626"/>
                </a:solidFill>
                <a:latin typeface="Garamond"/>
                <a:ea typeface="Garamond"/>
                <a:cs typeface="Garamond"/>
                <a:sym typeface="Garamond"/>
              </a:defRPr>
            </a:lvl5pPr>
            <a:lvl6pPr lvl="5" marR="0" rtl="0" algn="l">
              <a:spcBef>
                <a:spcPts val="600"/>
              </a:spcBef>
              <a:spcAft>
                <a:spcPts val="0"/>
              </a:spcAft>
              <a:buClr>
                <a:schemeClr val="accent1"/>
              </a:buClr>
              <a:buSzPts val="1840"/>
              <a:buFont typeface="Arial"/>
              <a:buNone/>
              <a:defRPr b="0" i="0" sz="1600" u="none" cap="none" strike="noStrike">
                <a:solidFill>
                  <a:srgbClr val="262626"/>
                </a:solidFill>
                <a:latin typeface="Garamond"/>
                <a:ea typeface="Garamond"/>
                <a:cs typeface="Garamond"/>
                <a:sym typeface="Garamond"/>
              </a:defRPr>
            </a:lvl6pPr>
            <a:lvl7pPr lvl="6" marR="0" rtl="0" algn="l">
              <a:spcBef>
                <a:spcPts val="600"/>
              </a:spcBef>
              <a:spcAft>
                <a:spcPts val="0"/>
              </a:spcAft>
              <a:buClr>
                <a:schemeClr val="accent1"/>
              </a:buClr>
              <a:buSzPts val="1840"/>
              <a:buFont typeface="Arial"/>
              <a:buNone/>
              <a:defRPr b="0" i="0" sz="1600" u="none" cap="none" strike="noStrike">
                <a:solidFill>
                  <a:srgbClr val="262626"/>
                </a:solidFill>
                <a:latin typeface="Garamond"/>
                <a:ea typeface="Garamond"/>
                <a:cs typeface="Garamond"/>
                <a:sym typeface="Garamond"/>
              </a:defRPr>
            </a:lvl7pPr>
            <a:lvl8pPr lvl="7" marR="0" rtl="0" algn="l">
              <a:spcBef>
                <a:spcPts val="600"/>
              </a:spcBef>
              <a:spcAft>
                <a:spcPts val="0"/>
              </a:spcAft>
              <a:buClr>
                <a:schemeClr val="accent1"/>
              </a:buClr>
              <a:buSzPts val="1840"/>
              <a:buFont typeface="Arial"/>
              <a:buNone/>
              <a:defRPr b="0" i="0" sz="1600" u="none" cap="none" strike="noStrike">
                <a:solidFill>
                  <a:srgbClr val="262626"/>
                </a:solidFill>
                <a:latin typeface="Garamond"/>
                <a:ea typeface="Garamond"/>
                <a:cs typeface="Garamond"/>
                <a:sym typeface="Garamond"/>
              </a:defRPr>
            </a:lvl8pPr>
            <a:lvl9pPr lvl="8" marR="0" rtl="0" algn="l">
              <a:spcBef>
                <a:spcPts val="600"/>
              </a:spcBef>
              <a:spcAft>
                <a:spcPts val="600"/>
              </a:spcAft>
              <a:buClr>
                <a:schemeClr val="accent1"/>
              </a:buClr>
              <a:buSzPts val="1840"/>
              <a:buFont typeface="Arial"/>
              <a:buNone/>
              <a:defRPr b="0" i="0" sz="1600" u="none" cap="none" strike="noStrike">
                <a:solidFill>
                  <a:srgbClr val="262626"/>
                </a:solidFill>
                <a:latin typeface="Garamond"/>
                <a:ea typeface="Garamond"/>
                <a:cs typeface="Garamond"/>
                <a:sym typeface="Garamond"/>
              </a:defRPr>
            </a:lvl9pPr>
          </a:lstStyle>
          <a:p/>
        </p:txBody>
      </p:sp>
      <p:sp>
        <p:nvSpPr>
          <p:cNvPr id="88" name="Google Shape;88;p11"/>
          <p:cNvSpPr txBox="1"/>
          <p:nvPr>
            <p:ph idx="1" type="body"/>
          </p:nvPr>
        </p:nvSpPr>
        <p:spPr>
          <a:xfrm>
            <a:off x="1295401" y="5382153"/>
            <a:ext cx="9609666" cy="493712"/>
          </a:xfrm>
          <a:prstGeom prst="rect">
            <a:avLst/>
          </a:prstGeom>
          <a:noFill/>
          <a:ln>
            <a:noFill/>
          </a:ln>
        </p:spPr>
        <p:txBody>
          <a:bodyPr anchorCtr="0" anchor="t" bIns="45700" lIns="91425" spcFirstLastPara="1" rIns="91425" wrap="square" tIns="45700">
            <a:noAutofit/>
          </a:bodyPr>
          <a:lstStyle>
            <a:lvl1pPr indent="-228600" lvl="0" marL="457200" algn="ctr">
              <a:spcBef>
                <a:spcPts val="280"/>
              </a:spcBef>
              <a:spcAft>
                <a:spcPts val="0"/>
              </a:spcAft>
              <a:buSzPts val="1610"/>
              <a:buNone/>
              <a:defRPr sz="1400"/>
            </a:lvl1pPr>
            <a:lvl2pPr indent="-228600" lvl="1" marL="914400" algn="l">
              <a:spcBef>
                <a:spcPts val="600"/>
              </a:spcBef>
              <a:spcAft>
                <a:spcPts val="0"/>
              </a:spcAft>
              <a:buSzPts val="1380"/>
              <a:buNone/>
              <a:defRPr sz="1200"/>
            </a:lvl2pPr>
            <a:lvl3pPr indent="-228600" lvl="2" marL="1371600" algn="l">
              <a:spcBef>
                <a:spcPts val="600"/>
              </a:spcBef>
              <a:spcAft>
                <a:spcPts val="0"/>
              </a:spcAft>
              <a:buSzPts val="1150"/>
              <a:buNone/>
              <a:defRPr sz="1000"/>
            </a:lvl3pPr>
            <a:lvl4pPr indent="-228600" lvl="3" marL="1828800" algn="l">
              <a:spcBef>
                <a:spcPts val="600"/>
              </a:spcBef>
              <a:spcAft>
                <a:spcPts val="0"/>
              </a:spcAft>
              <a:buSzPts val="1035"/>
              <a:buNone/>
              <a:defRPr sz="900"/>
            </a:lvl4pPr>
            <a:lvl5pPr indent="-228600" lvl="4" marL="2286000" algn="l">
              <a:spcBef>
                <a:spcPts val="600"/>
              </a:spcBef>
              <a:spcAft>
                <a:spcPts val="0"/>
              </a:spcAft>
              <a:buSzPts val="1035"/>
              <a:buNone/>
              <a:defRPr sz="900"/>
            </a:lvl5pPr>
            <a:lvl6pPr indent="-228600" lvl="5" marL="2743200" algn="l">
              <a:spcBef>
                <a:spcPts val="600"/>
              </a:spcBef>
              <a:spcAft>
                <a:spcPts val="0"/>
              </a:spcAft>
              <a:buSzPts val="1035"/>
              <a:buNone/>
              <a:defRPr sz="900"/>
            </a:lvl6pPr>
            <a:lvl7pPr indent="-228600" lvl="6" marL="3200400" algn="l">
              <a:spcBef>
                <a:spcPts val="600"/>
              </a:spcBef>
              <a:spcAft>
                <a:spcPts val="0"/>
              </a:spcAft>
              <a:buSzPts val="1035"/>
              <a:buNone/>
              <a:defRPr sz="900"/>
            </a:lvl7pPr>
            <a:lvl8pPr indent="-228600" lvl="7" marL="3657600" algn="l">
              <a:spcBef>
                <a:spcPts val="600"/>
              </a:spcBef>
              <a:spcAft>
                <a:spcPts val="0"/>
              </a:spcAft>
              <a:buSzPts val="1035"/>
              <a:buNone/>
              <a:defRPr sz="900"/>
            </a:lvl8pPr>
            <a:lvl9pPr indent="-228600" lvl="8" marL="4114800" algn="l">
              <a:spcBef>
                <a:spcPts val="600"/>
              </a:spcBef>
              <a:spcAft>
                <a:spcPts val="600"/>
              </a:spcAft>
              <a:buSzPts val="1035"/>
              <a:buNone/>
              <a:defRPr sz="900"/>
            </a:lvl9pPr>
          </a:lstStyle>
          <a:p/>
        </p:txBody>
      </p:sp>
      <p:sp>
        <p:nvSpPr>
          <p:cNvPr id="89" name="Google Shape;89;p11"/>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1"/>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1"/>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92" name="Shape 92"/>
        <p:cNvGrpSpPr/>
        <p:nvPr/>
      </p:nvGrpSpPr>
      <p:grpSpPr>
        <a:xfrm>
          <a:off x="0" y="0"/>
          <a:ext cx="0" cy="0"/>
          <a:chOff x="0" y="0"/>
          <a:chExt cx="0" cy="0"/>
        </a:xfrm>
      </p:grpSpPr>
      <p:sp>
        <p:nvSpPr>
          <p:cNvPr id="93" name="Google Shape;93;p12"/>
          <p:cNvSpPr txBox="1"/>
          <p:nvPr>
            <p:ph type="title"/>
          </p:nvPr>
        </p:nvSpPr>
        <p:spPr>
          <a:xfrm>
            <a:off x="1303868" y="982132"/>
            <a:ext cx="9592732" cy="295486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262626"/>
              </a:buClr>
              <a:buSzPts val="3200"/>
              <a:buFont typeface="Garamond"/>
              <a:buNone/>
              <a:defRPr b="0" sz="32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12"/>
          <p:cNvSpPr txBox="1"/>
          <p:nvPr>
            <p:ph idx="1" type="body"/>
          </p:nvPr>
        </p:nvSpPr>
        <p:spPr>
          <a:xfrm>
            <a:off x="1303868" y="4343399"/>
            <a:ext cx="9592732" cy="1532467"/>
          </a:xfrm>
          <a:prstGeom prst="rect">
            <a:avLst/>
          </a:prstGeom>
          <a:noFill/>
          <a:ln>
            <a:noFill/>
          </a:ln>
        </p:spPr>
        <p:txBody>
          <a:bodyPr anchorCtr="0" anchor="ctr" bIns="45700" lIns="91425" spcFirstLastPara="1" rIns="91425" wrap="square" tIns="45700">
            <a:noAutofit/>
          </a:bodyPr>
          <a:lstStyle>
            <a:lvl1pPr indent="-228600" lvl="0" marL="457200" algn="ctr">
              <a:spcBef>
                <a:spcPts val="400"/>
              </a:spcBef>
              <a:spcAft>
                <a:spcPts val="0"/>
              </a:spcAft>
              <a:buSzPts val="2300"/>
              <a:buNone/>
              <a:defRPr sz="20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95" name="Google Shape;95;p12"/>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12"/>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12"/>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98" name="Google Shape;98;p12"/>
          <p:cNvCxnSpPr/>
          <p:nvPr/>
        </p:nvCxnSpPr>
        <p:spPr>
          <a:xfrm>
            <a:off x="1396169" y="4140199"/>
            <a:ext cx="9407298"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99" name="Shape 99"/>
        <p:cNvGrpSpPr/>
        <p:nvPr/>
      </p:nvGrpSpPr>
      <p:grpSpPr>
        <a:xfrm>
          <a:off x="0" y="0"/>
          <a:ext cx="0" cy="0"/>
          <a:chOff x="0" y="0"/>
          <a:chExt cx="0" cy="0"/>
        </a:xfrm>
      </p:grpSpPr>
      <p:sp>
        <p:nvSpPr>
          <p:cNvPr id="100" name="Google Shape;100;p13"/>
          <p:cNvSpPr txBox="1"/>
          <p:nvPr>
            <p:ph type="title"/>
          </p:nvPr>
        </p:nvSpPr>
        <p:spPr>
          <a:xfrm>
            <a:off x="1446213" y="982132"/>
            <a:ext cx="9296398" cy="237066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dk1"/>
              </a:buClr>
              <a:buSzPts val="3200"/>
              <a:buFont typeface="Garamond"/>
              <a:buNone/>
              <a:defRPr b="0" sz="320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13"/>
          <p:cNvSpPr txBox="1"/>
          <p:nvPr>
            <p:ph idx="1" type="body"/>
          </p:nvPr>
        </p:nvSpPr>
        <p:spPr>
          <a:xfrm>
            <a:off x="1674812" y="3352800"/>
            <a:ext cx="8839202" cy="584200"/>
          </a:xfrm>
          <a:prstGeom prst="rect">
            <a:avLst/>
          </a:prstGeom>
          <a:noFill/>
          <a:ln>
            <a:noFill/>
          </a:ln>
        </p:spPr>
        <p:txBody>
          <a:bodyPr anchorCtr="0" anchor="ctr" bIns="45700" lIns="91425" spcFirstLastPara="1" rIns="91425" wrap="square" tIns="45700">
            <a:noAutofit/>
          </a:bodyPr>
          <a:lstStyle>
            <a:lvl1pPr indent="-228600" lvl="0" marL="457200" algn="r">
              <a:spcBef>
                <a:spcPts val="400"/>
              </a:spcBef>
              <a:spcAft>
                <a:spcPts val="0"/>
              </a:spcAft>
              <a:buSzPts val="2300"/>
              <a:buFont typeface="Garamond"/>
              <a:buNone/>
              <a:defRPr sz="2000"/>
            </a:lvl1pPr>
            <a:lvl2pPr indent="-228600" lvl="1" marL="914400" algn="l">
              <a:spcBef>
                <a:spcPts val="600"/>
              </a:spcBef>
              <a:spcAft>
                <a:spcPts val="0"/>
              </a:spcAft>
              <a:buSzPts val="2300"/>
              <a:buFont typeface="Garamond"/>
              <a:buNone/>
              <a:defRPr/>
            </a:lvl2pPr>
            <a:lvl3pPr indent="-228600" lvl="2" marL="1371600" algn="l">
              <a:spcBef>
                <a:spcPts val="600"/>
              </a:spcBef>
              <a:spcAft>
                <a:spcPts val="0"/>
              </a:spcAft>
              <a:buSzPts val="2070"/>
              <a:buFont typeface="Garamond"/>
              <a:buNone/>
              <a:defRPr/>
            </a:lvl3pPr>
            <a:lvl4pPr indent="-228600" lvl="3" marL="1828800" algn="l">
              <a:spcBef>
                <a:spcPts val="600"/>
              </a:spcBef>
              <a:spcAft>
                <a:spcPts val="0"/>
              </a:spcAft>
              <a:buSzPts val="1840"/>
              <a:buFont typeface="Garamond"/>
              <a:buNone/>
              <a:defRPr/>
            </a:lvl4pPr>
            <a:lvl5pPr indent="-228600" lvl="4" marL="2286000" algn="l">
              <a:spcBef>
                <a:spcPts val="600"/>
              </a:spcBef>
              <a:spcAft>
                <a:spcPts val="0"/>
              </a:spcAft>
              <a:buSzPts val="1610"/>
              <a:buFont typeface="Garamond"/>
              <a:buNone/>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102" name="Google Shape;102;p13"/>
          <p:cNvSpPr txBox="1"/>
          <p:nvPr>
            <p:ph idx="2" type="body"/>
          </p:nvPr>
        </p:nvSpPr>
        <p:spPr>
          <a:xfrm>
            <a:off x="1295401" y="4343399"/>
            <a:ext cx="9609666" cy="1532467"/>
          </a:xfrm>
          <a:prstGeom prst="rect">
            <a:avLst/>
          </a:prstGeom>
          <a:noFill/>
          <a:ln>
            <a:noFill/>
          </a:ln>
        </p:spPr>
        <p:txBody>
          <a:bodyPr anchorCtr="0" anchor="ctr" bIns="45700" lIns="91425" spcFirstLastPara="1" rIns="91425" wrap="square" tIns="45700">
            <a:noAutofit/>
          </a:bodyPr>
          <a:lstStyle>
            <a:lvl1pPr indent="-228600" lvl="0" marL="457200" algn="ctr">
              <a:spcBef>
                <a:spcPts val="400"/>
              </a:spcBef>
              <a:spcAft>
                <a:spcPts val="0"/>
              </a:spcAft>
              <a:buSzPts val="2300"/>
              <a:buNone/>
              <a:defRPr sz="20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103" name="Google Shape;103;p13"/>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13"/>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13"/>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06" name="Google Shape;106;p13"/>
          <p:cNvSpPr txBox="1"/>
          <p:nvPr/>
        </p:nvSpPr>
        <p:spPr>
          <a:xfrm>
            <a:off x="862013" y="879961"/>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chemeClr val="dk1"/>
                </a:solidFill>
                <a:latin typeface="Garamond"/>
                <a:ea typeface="Garamond"/>
                <a:cs typeface="Garamond"/>
                <a:sym typeface="Garamond"/>
              </a:rPr>
              <a:t>“</a:t>
            </a:r>
            <a:endParaRPr/>
          </a:p>
        </p:txBody>
      </p:sp>
      <p:sp>
        <p:nvSpPr>
          <p:cNvPr id="107" name="Google Shape;107;p13"/>
          <p:cNvSpPr txBox="1"/>
          <p:nvPr/>
        </p:nvSpPr>
        <p:spPr>
          <a:xfrm>
            <a:off x="10600267" y="2827870"/>
            <a:ext cx="609600"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lang="en-US" sz="8000">
                <a:solidFill>
                  <a:schemeClr val="dk1"/>
                </a:solidFill>
                <a:latin typeface="Garamond"/>
                <a:ea typeface="Garamond"/>
                <a:cs typeface="Garamond"/>
                <a:sym typeface="Garamond"/>
              </a:rPr>
              <a:t>”</a:t>
            </a:r>
            <a:endParaRPr/>
          </a:p>
        </p:txBody>
      </p:sp>
      <p:cxnSp>
        <p:nvCxnSpPr>
          <p:cNvPr id="108" name="Google Shape;108;p13"/>
          <p:cNvCxnSpPr/>
          <p:nvPr/>
        </p:nvCxnSpPr>
        <p:spPr>
          <a:xfrm>
            <a:off x="1396169" y="4140199"/>
            <a:ext cx="9407298"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09" name="Shape 109"/>
        <p:cNvGrpSpPr/>
        <p:nvPr/>
      </p:nvGrpSpPr>
      <p:grpSpPr>
        <a:xfrm>
          <a:off x="0" y="0"/>
          <a:ext cx="0" cy="0"/>
          <a:chOff x="0" y="0"/>
          <a:chExt cx="0" cy="0"/>
        </a:xfrm>
      </p:grpSpPr>
      <p:sp>
        <p:nvSpPr>
          <p:cNvPr id="110" name="Google Shape;110;p14"/>
          <p:cNvSpPr txBox="1"/>
          <p:nvPr>
            <p:ph type="title"/>
          </p:nvPr>
        </p:nvSpPr>
        <p:spPr>
          <a:xfrm>
            <a:off x="1295402" y="3308581"/>
            <a:ext cx="9609668" cy="14688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rgbClr val="262626"/>
              </a:buClr>
              <a:buSzPts val="3200"/>
              <a:buFont typeface="Garamond"/>
              <a:buNone/>
              <a:defRPr b="0" sz="32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14"/>
          <p:cNvSpPr txBox="1"/>
          <p:nvPr>
            <p:ph idx="1" type="body"/>
          </p:nvPr>
        </p:nvSpPr>
        <p:spPr>
          <a:xfrm>
            <a:off x="1295401" y="4777381"/>
            <a:ext cx="9609668" cy="860400"/>
          </a:xfrm>
          <a:prstGeom prst="rect">
            <a:avLst/>
          </a:prstGeom>
          <a:noFill/>
          <a:ln>
            <a:noFill/>
          </a:ln>
        </p:spPr>
        <p:txBody>
          <a:bodyPr anchorCtr="0" anchor="t" bIns="45700" lIns="91425" spcFirstLastPara="1" rIns="91425" wrap="square" tIns="45700">
            <a:noAutofit/>
          </a:bodyPr>
          <a:lstStyle>
            <a:lvl1pPr indent="-228600" lvl="0" marL="457200" algn="l">
              <a:spcBef>
                <a:spcPts val="400"/>
              </a:spcBef>
              <a:spcAft>
                <a:spcPts val="0"/>
              </a:spcAft>
              <a:buSzPts val="2300"/>
              <a:buNone/>
              <a:defRPr sz="20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112" name="Google Shape;112;p14"/>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14"/>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14"/>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15" name="Shape 115"/>
        <p:cNvGrpSpPr/>
        <p:nvPr/>
      </p:nvGrpSpPr>
      <p:grpSpPr>
        <a:xfrm>
          <a:off x="0" y="0"/>
          <a:ext cx="0" cy="0"/>
          <a:chOff x="0" y="0"/>
          <a:chExt cx="0" cy="0"/>
        </a:xfrm>
      </p:grpSpPr>
      <p:sp>
        <p:nvSpPr>
          <p:cNvPr id="116" name="Google Shape;116;p15"/>
          <p:cNvSpPr txBox="1"/>
          <p:nvPr>
            <p:ph type="title"/>
          </p:nvPr>
        </p:nvSpPr>
        <p:spPr>
          <a:xfrm>
            <a:off x="1446213" y="982132"/>
            <a:ext cx="9296398" cy="224366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dk1"/>
              </a:buClr>
              <a:buSzPts val="3200"/>
              <a:buFont typeface="Garamond"/>
              <a:buNone/>
              <a:defRPr b="0" sz="320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15"/>
          <p:cNvSpPr txBox="1"/>
          <p:nvPr>
            <p:ph idx="1" type="body"/>
          </p:nvPr>
        </p:nvSpPr>
        <p:spPr>
          <a:xfrm>
            <a:off x="1295401" y="3639312"/>
            <a:ext cx="9609668" cy="886968"/>
          </a:xfrm>
          <a:prstGeom prst="rect">
            <a:avLst/>
          </a:prstGeom>
          <a:noFill/>
          <a:ln>
            <a:noFill/>
          </a:ln>
        </p:spPr>
        <p:txBody>
          <a:bodyPr anchorCtr="0" anchor="b" bIns="45700" lIns="91425" spcFirstLastPara="1" rIns="91425" wrap="square" tIns="45700">
            <a:noAutofit/>
          </a:bodyPr>
          <a:lstStyle>
            <a:lvl1pPr indent="-228600" lvl="0" marL="457200" algn="l">
              <a:spcBef>
                <a:spcPts val="0"/>
              </a:spcBef>
              <a:spcAft>
                <a:spcPts val="0"/>
              </a:spcAft>
              <a:buSzPts val="2760"/>
              <a:buNone/>
              <a:defRPr sz="24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118" name="Google Shape;118;p15"/>
          <p:cNvSpPr txBox="1"/>
          <p:nvPr>
            <p:ph idx="2" type="body"/>
          </p:nvPr>
        </p:nvSpPr>
        <p:spPr>
          <a:xfrm>
            <a:off x="1295401" y="4529667"/>
            <a:ext cx="9609668" cy="1346200"/>
          </a:xfrm>
          <a:prstGeom prst="rect">
            <a:avLst/>
          </a:prstGeom>
          <a:noFill/>
          <a:ln>
            <a:noFill/>
          </a:ln>
        </p:spPr>
        <p:txBody>
          <a:bodyPr anchorCtr="0" anchor="t" bIns="45700" lIns="91425" spcFirstLastPara="1" rIns="91425" wrap="square" tIns="45700">
            <a:noAutofit/>
          </a:bodyPr>
          <a:lstStyle>
            <a:lvl1pPr indent="-228600" lvl="0" marL="457200" algn="l">
              <a:spcBef>
                <a:spcPts val="360"/>
              </a:spcBef>
              <a:spcAft>
                <a:spcPts val="0"/>
              </a:spcAft>
              <a:buSzPts val="2070"/>
              <a:buNone/>
              <a:defRPr sz="18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119" name="Google Shape;119;p15"/>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15"/>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15"/>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22" name="Google Shape;122;p15"/>
          <p:cNvSpPr txBox="1"/>
          <p:nvPr/>
        </p:nvSpPr>
        <p:spPr>
          <a:xfrm>
            <a:off x="862013" y="879961"/>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chemeClr val="dk1"/>
                </a:solidFill>
                <a:latin typeface="Garamond"/>
                <a:ea typeface="Garamond"/>
                <a:cs typeface="Garamond"/>
                <a:sym typeface="Garamond"/>
              </a:rPr>
              <a:t>“</a:t>
            </a:r>
            <a:endParaRPr/>
          </a:p>
        </p:txBody>
      </p:sp>
      <p:sp>
        <p:nvSpPr>
          <p:cNvPr id="123" name="Google Shape;123;p15"/>
          <p:cNvSpPr txBox="1"/>
          <p:nvPr/>
        </p:nvSpPr>
        <p:spPr>
          <a:xfrm>
            <a:off x="10600267" y="2599261"/>
            <a:ext cx="609600"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lang="en-US" sz="8000">
                <a:solidFill>
                  <a:schemeClr val="dk1"/>
                </a:solidFill>
                <a:latin typeface="Garamond"/>
                <a:ea typeface="Garamond"/>
                <a:cs typeface="Garamond"/>
                <a:sym typeface="Garamond"/>
              </a:rPr>
              <a:t>”</a:t>
            </a:r>
            <a:endParaRPr/>
          </a:p>
        </p:txBody>
      </p:sp>
      <p:cxnSp>
        <p:nvCxnSpPr>
          <p:cNvPr id="124" name="Google Shape;124;p15"/>
          <p:cNvCxnSpPr/>
          <p:nvPr/>
        </p:nvCxnSpPr>
        <p:spPr>
          <a:xfrm>
            <a:off x="1396169" y="3429000"/>
            <a:ext cx="9407298"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25" name="Shape 125"/>
        <p:cNvGrpSpPr/>
        <p:nvPr/>
      </p:nvGrpSpPr>
      <p:grpSpPr>
        <a:xfrm>
          <a:off x="0" y="0"/>
          <a:ext cx="0" cy="0"/>
          <a:chOff x="0" y="0"/>
          <a:chExt cx="0" cy="0"/>
        </a:xfrm>
      </p:grpSpPr>
      <p:sp>
        <p:nvSpPr>
          <p:cNvPr id="126" name="Google Shape;126;p16"/>
          <p:cNvSpPr txBox="1"/>
          <p:nvPr>
            <p:ph type="title"/>
          </p:nvPr>
        </p:nvSpPr>
        <p:spPr>
          <a:xfrm>
            <a:off x="1295401" y="982132"/>
            <a:ext cx="9609666" cy="224366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262626"/>
              </a:buClr>
              <a:buSzPts val="4400"/>
              <a:buFont typeface="Garamond"/>
              <a:buNone/>
              <a:defRPr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16"/>
          <p:cNvSpPr txBox="1"/>
          <p:nvPr>
            <p:ph idx="1" type="body"/>
          </p:nvPr>
        </p:nvSpPr>
        <p:spPr>
          <a:xfrm>
            <a:off x="1295401" y="3630168"/>
            <a:ext cx="9609668" cy="841248"/>
          </a:xfrm>
          <a:prstGeom prst="rect">
            <a:avLst/>
          </a:prstGeom>
          <a:noFill/>
          <a:ln>
            <a:noFill/>
          </a:ln>
        </p:spPr>
        <p:txBody>
          <a:bodyPr anchorCtr="0" anchor="b" bIns="45700" lIns="91425" spcFirstLastPara="1" rIns="91425" wrap="square" tIns="45700">
            <a:noAutofit/>
          </a:bodyPr>
          <a:lstStyle>
            <a:lvl1pPr indent="-228600" lvl="0" marL="457200" algn="l">
              <a:spcBef>
                <a:spcPts val="0"/>
              </a:spcBef>
              <a:spcAft>
                <a:spcPts val="0"/>
              </a:spcAft>
              <a:buSzPts val="3220"/>
              <a:buNone/>
              <a:defRPr sz="28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128" name="Google Shape;128;p16"/>
          <p:cNvSpPr txBox="1"/>
          <p:nvPr>
            <p:ph idx="2" type="body"/>
          </p:nvPr>
        </p:nvSpPr>
        <p:spPr>
          <a:xfrm>
            <a:off x="1295400" y="4470399"/>
            <a:ext cx="9609670" cy="1405467"/>
          </a:xfrm>
          <a:prstGeom prst="rect">
            <a:avLst/>
          </a:prstGeom>
          <a:noFill/>
          <a:ln>
            <a:noFill/>
          </a:ln>
        </p:spPr>
        <p:txBody>
          <a:bodyPr anchorCtr="0" anchor="t" bIns="45700" lIns="91425" spcFirstLastPara="1" rIns="91425" wrap="square" tIns="45700">
            <a:noAutofit/>
          </a:bodyPr>
          <a:lstStyle>
            <a:lvl1pPr indent="-228600" lvl="0" marL="457200" algn="l">
              <a:spcBef>
                <a:spcPts val="360"/>
              </a:spcBef>
              <a:spcAft>
                <a:spcPts val="0"/>
              </a:spcAft>
              <a:buSzPts val="2070"/>
              <a:buNone/>
              <a:defRPr sz="18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129" name="Google Shape;129;p16"/>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16"/>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16"/>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132" name="Google Shape;132;p16"/>
          <p:cNvCxnSpPr/>
          <p:nvPr/>
        </p:nvCxnSpPr>
        <p:spPr>
          <a:xfrm>
            <a:off x="1396169" y="3429000"/>
            <a:ext cx="9407298"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3" name="Shape 133"/>
        <p:cNvGrpSpPr/>
        <p:nvPr/>
      </p:nvGrpSpPr>
      <p:grpSpPr>
        <a:xfrm>
          <a:off x="0" y="0"/>
          <a:ext cx="0" cy="0"/>
          <a:chOff x="0" y="0"/>
          <a:chExt cx="0" cy="0"/>
        </a:xfrm>
      </p:grpSpPr>
      <p:sp>
        <p:nvSpPr>
          <p:cNvPr id="134" name="Google Shape;134;p17"/>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262626"/>
              </a:buClr>
              <a:buSzPts val="4400"/>
              <a:buFont typeface="Garamond"/>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17"/>
          <p:cNvSpPr txBox="1"/>
          <p:nvPr>
            <p:ph idx="1" type="body"/>
          </p:nvPr>
        </p:nvSpPr>
        <p:spPr>
          <a:xfrm rot="5400000">
            <a:off x="4436531" y="-584198"/>
            <a:ext cx="3318936" cy="9601196"/>
          </a:xfrm>
          <a:prstGeom prst="rect">
            <a:avLst/>
          </a:prstGeom>
          <a:noFill/>
          <a:ln>
            <a:noFill/>
          </a:ln>
        </p:spPr>
        <p:txBody>
          <a:bodyPr anchorCtr="0" anchor="t" bIns="45700" lIns="91425" spcFirstLastPara="1" rIns="91425" wrap="square" tIns="45700">
            <a:no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136" name="Google Shape;136;p17"/>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17"/>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17"/>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139" name="Google Shape;139;p17"/>
          <p:cNvCxnSpPr/>
          <p:nvPr/>
        </p:nvCxnSpPr>
        <p:spPr>
          <a:xfrm>
            <a:off x="1396169" y="2421466"/>
            <a:ext cx="9407298"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0" name="Shape 140"/>
        <p:cNvGrpSpPr/>
        <p:nvPr/>
      </p:nvGrpSpPr>
      <p:grpSpPr>
        <a:xfrm>
          <a:off x="0" y="0"/>
          <a:ext cx="0" cy="0"/>
          <a:chOff x="0" y="0"/>
          <a:chExt cx="0" cy="0"/>
        </a:xfrm>
      </p:grpSpPr>
      <p:sp>
        <p:nvSpPr>
          <p:cNvPr id="141" name="Google Shape;141;p18"/>
          <p:cNvSpPr txBox="1"/>
          <p:nvPr>
            <p:ph type="title"/>
          </p:nvPr>
        </p:nvSpPr>
        <p:spPr>
          <a:xfrm rot="5400000">
            <a:off x="7497936" y="2483551"/>
            <a:ext cx="4893735" cy="189089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18"/>
          <p:cNvSpPr txBox="1"/>
          <p:nvPr>
            <p:ph idx="1" type="body"/>
          </p:nvPr>
        </p:nvSpPr>
        <p:spPr>
          <a:xfrm rot="5400000">
            <a:off x="2565043" y="-287513"/>
            <a:ext cx="4893734" cy="7433025"/>
          </a:xfrm>
          <a:prstGeom prst="rect">
            <a:avLst/>
          </a:prstGeom>
          <a:noFill/>
          <a:ln>
            <a:noFill/>
          </a:ln>
        </p:spPr>
        <p:txBody>
          <a:bodyPr anchorCtr="0" anchor="t" bIns="45700" lIns="91425" spcFirstLastPara="1" rIns="91425" wrap="square" tIns="45700">
            <a:no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143" name="Google Shape;143;p18"/>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18"/>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5" name="Google Shape;145;p18"/>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146" name="Google Shape;146;p18"/>
          <p:cNvCxnSpPr/>
          <p:nvPr/>
        </p:nvCxnSpPr>
        <p:spPr>
          <a:xfrm>
            <a:off x="8863890" y="990600"/>
            <a:ext cx="0" cy="487680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7.xml"/><Relationship Id="rId11" Type="http://schemas.openxmlformats.org/officeDocument/2006/relationships/slideLayout" Target="../slideLayouts/slideLayout8.xml"/><Relationship Id="rId10" Type="http://schemas.openxmlformats.org/officeDocument/2006/relationships/slideLayout" Target="../slideLayouts/slideLayout7.xml"/><Relationship Id="rId21" Type="http://schemas.openxmlformats.org/officeDocument/2006/relationships/theme" Target="../theme/theme1.xml"/><Relationship Id="rId13" Type="http://schemas.openxmlformats.org/officeDocument/2006/relationships/slideLayout" Target="../slideLayouts/slideLayout10.xml"/><Relationship Id="rId12" Type="http://schemas.openxmlformats.org/officeDocument/2006/relationships/slideLayout" Target="../slideLayouts/slideLayout9.xml"/><Relationship Id="rId1" Type="http://schemas.openxmlformats.org/officeDocument/2006/relationships/image" Target="../media/image3.jpg"/><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slideLayout" Target="../slideLayouts/slideLayout1.xml"/><Relationship Id="rId9" Type="http://schemas.openxmlformats.org/officeDocument/2006/relationships/slideLayout" Target="../slideLayouts/slideLayout6.xml"/><Relationship Id="rId15" Type="http://schemas.openxmlformats.org/officeDocument/2006/relationships/slideLayout" Target="../slideLayouts/slideLayout12.xml"/><Relationship Id="rId14" Type="http://schemas.openxmlformats.org/officeDocument/2006/relationships/slideLayout" Target="../slideLayouts/slideLayout11.xml"/><Relationship Id="rId17" Type="http://schemas.openxmlformats.org/officeDocument/2006/relationships/slideLayout" Target="../slideLayouts/slideLayout14.xml"/><Relationship Id="rId16" Type="http://schemas.openxmlformats.org/officeDocument/2006/relationships/slideLayout" Target="../slideLayouts/slideLayout13.xml"/><Relationship Id="rId5" Type="http://schemas.openxmlformats.org/officeDocument/2006/relationships/slideLayout" Target="../slideLayouts/slideLayout2.xml"/><Relationship Id="rId19" Type="http://schemas.openxmlformats.org/officeDocument/2006/relationships/slideLayout" Target="../slideLayouts/slideLayout16.xml"/><Relationship Id="rId6" Type="http://schemas.openxmlformats.org/officeDocument/2006/relationships/slideLayout" Target="../slideLayouts/slideLayout3.xml"/><Relationship Id="rId18" Type="http://schemas.openxmlformats.org/officeDocument/2006/relationships/slideLayout" Target="../slideLayouts/slideLayout15.xml"/><Relationship Id="rId7" Type="http://schemas.openxmlformats.org/officeDocument/2006/relationships/slideLayout" Target="../slideLayouts/slideLayout4.xml"/><Relationship Id="rId8"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grpSp>
        <p:nvGrpSpPr>
          <p:cNvPr id="6" name="Google Shape;6;p1"/>
          <p:cNvGrpSpPr/>
          <p:nvPr/>
        </p:nvGrpSpPr>
        <p:grpSpPr>
          <a:xfrm>
            <a:off x="-15736" y="0"/>
            <a:ext cx="12229962" cy="6856214"/>
            <a:chOff x="-15736" y="0"/>
            <a:chExt cx="12229962" cy="6856214"/>
          </a:xfrm>
        </p:grpSpPr>
        <p:pic>
          <p:nvPicPr>
            <p:cNvPr descr="HD-PanelContent.png" id="7" name="Google Shape;7;p1"/>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8" name="Google Shape;8;p1"/>
            <p:cNvSpPr/>
            <p:nvPr/>
          </p:nvSpPr>
          <p:spPr>
            <a:xfrm>
              <a:off x="608012" y="609600"/>
              <a:ext cx="10972800" cy="5638800"/>
            </a:xfrm>
            <a:prstGeom prst="rect">
              <a:avLst/>
            </a:prstGeom>
            <a:noFill/>
            <a:ln cap="flat" cmpd="sng" w="15875">
              <a:solidFill>
                <a:schemeClr val="accen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DRibbonContent-UniformTrim.png" id="9" name="Google Shape;9;p1"/>
            <p:cNvPicPr preferRelativeResize="0"/>
            <p:nvPr/>
          </p:nvPicPr>
          <p:blipFill rotWithShape="1">
            <a:blip r:embed="rId3">
              <a:alphaModFix/>
            </a:blip>
            <a:srcRect b="0" l="0" r="0" t="0"/>
            <a:stretch/>
          </p:blipFill>
          <p:spPr>
            <a:xfrm>
              <a:off x="-15736" y="3153832"/>
              <a:ext cx="777240" cy="606425"/>
            </a:xfrm>
            <a:prstGeom prst="rect">
              <a:avLst/>
            </a:prstGeom>
            <a:noFill/>
            <a:ln>
              <a:noFill/>
            </a:ln>
          </p:spPr>
        </p:pic>
        <p:pic>
          <p:nvPicPr>
            <p:cNvPr descr="HDRibbonContent-UniformTrim.png" id="10" name="Google Shape;10;p1"/>
            <p:cNvPicPr preferRelativeResize="0"/>
            <p:nvPr/>
          </p:nvPicPr>
          <p:blipFill rotWithShape="1">
            <a:blip r:embed="rId3">
              <a:alphaModFix/>
            </a:blip>
            <a:srcRect b="0" l="0" r="0" t="0"/>
            <a:stretch/>
          </p:blipFill>
          <p:spPr>
            <a:xfrm>
              <a:off x="11436986" y="3153832"/>
              <a:ext cx="777240" cy="606425"/>
            </a:xfrm>
            <a:prstGeom prst="rect">
              <a:avLst/>
            </a:prstGeom>
            <a:noFill/>
            <a:ln>
              <a:noFill/>
            </a:ln>
          </p:spPr>
        </p:pic>
      </p:grpSp>
      <p:sp>
        <p:nvSpPr>
          <p:cNvPr id="11" name="Google Shape;11;p1"/>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Clr>
                <a:srgbClr val="262626"/>
              </a:buClr>
              <a:buSzPts val="4400"/>
              <a:buFont typeface="Garamond"/>
              <a:buNone/>
              <a:defRPr b="0" i="0" sz="4400" u="none" cap="none" strike="noStrike">
                <a:solidFill>
                  <a:srgbClr val="262626"/>
                </a:solidFill>
                <a:latin typeface="Garamond"/>
                <a:ea typeface="Garamond"/>
                <a:cs typeface="Garamond"/>
                <a:sym typeface="Garamond"/>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2" name="Google Shape;12;p1"/>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Autofit/>
          </a:bodyPr>
          <a:lstStyle>
            <a:lvl1pPr indent="-403860" lvl="0" marL="457200" marR="0" rtl="0" algn="l">
              <a:spcBef>
                <a:spcPts val="480"/>
              </a:spcBef>
              <a:spcAft>
                <a:spcPts val="0"/>
              </a:spcAft>
              <a:buClr>
                <a:schemeClr val="accent1"/>
              </a:buClr>
              <a:buSzPts val="2760"/>
              <a:buFont typeface="Arial"/>
              <a:buChar char="•"/>
              <a:defRPr b="0" i="0" sz="2400" u="none" cap="none" strike="noStrike">
                <a:solidFill>
                  <a:srgbClr val="262626"/>
                </a:solidFill>
                <a:latin typeface="Garamond"/>
                <a:ea typeface="Garamond"/>
                <a:cs typeface="Garamond"/>
                <a:sym typeface="Garamond"/>
              </a:defRPr>
            </a:lvl1pPr>
            <a:lvl2pPr indent="-374650" lvl="1" marL="914400" marR="0" rtl="0" algn="l">
              <a:spcBef>
                <a:spcPts val="600"/>
              </a:spcBef>
              <a:spcAft>
                <a:spcPts val="0"/>
              </a:spcAft>
              <a:buClr>
                <a:schemeClr val="accent1"/>
              </a:buClr>
              <a:buSzPts val="2300"/>
              <a:buFont typeface="Arial"/>
              <a:buChar char="•"/>
              <a:defRPr b="0" i="0" sz="2000" u="none" cap="none" strike="noStrike">
                <a:solidFill>
                  <a:srgbClr val="262626"/>
                </a:solidFill>
                <a:latin typeface="Garamond"/>
                <a:ea typeface="Garamond"/>
                <a:cs typeface="Garamond"/>
                <a:sym typeface="Garamond"/>
              </a:defRPr>
            </a:lvl2pPr>
            <a:lvl3pPr indent="-360044" lvl="2" marL="1371600" marR="0" rtl="0" algn="l">
              <a:spcBef>
                <a:spcPts val="600"/>
              </a:spcBef>
              <a:spcAft>
                <a:spcPts val="0"/>
              </a:spcAft>
              <a:buClr>
                <a:schemeClr val="accent1"/>
              </a:buClr>
              <a:buSzPts val="2070"/>
              <a:buFont typeface="Arial"/>
              <a:buChar char="•"/>
              <a:defRPr b="0" i="0" sz="1800" u="none" cap="none" strike="noStrike">
                <a:solidFill>
                  <a:srgbClr val="262626"/>
                </a:solidFill>
                <a:latin typeface="Garamond"/>
                <a:ea typeface="Garamond"/>
                <a:cs typeface="Garamond"/>
                <a:sym typeface="Garamond"/>
              </a:defRPr>
            </a:lvl3pPr>
            <a:lvl4pPr indent="-345439" lvl="3" marL="1828800" marR="0" rtl="0" algn="l">
              <a:spcBef>
                <a:spcPts val="600"/>
              </a:spcBef>
              <a:spcAft>
                <a:spcPts val="0"/>
              </a:spcAft>
              <a:buClr>
                <a:schemeClr val="accent1"/>
              </a:buClr>
              <a:buSzPts val="1840"/>
              <a:buFont typeface="Arial"/>
              <a:buChar char="•"/>
              <a:defRPr b="0" i="0" sz="1600" u="none" cap="none" strike="noStrike">
                <a:solidFill>
                  <a:srgbClr val="262626"/>
                </a:solidFill>
                <a:latin typeface="Garamond"/>
                <a:ea typeface="Garamond"/>
                <a:cs typeface="Garamond"/>
                <a:sym typeface="Garamond"/>
              </a:defRPr>
            </a:lvl4pPr>
            <a:lvl5pPr indent="-330835" lvl="4" marL="2286000" marR="0" rtl="0" algn="l">
              <a:spcBef>
                <a:spcPts val="600"/>
              </a:spcBef>
              <a:spcAft>
                <a:spcPts val="0"/>
              </a:spcAft>
              <a:buClr>
                <a:schemeClr val="accent1"/>
              </a:buClr>
              <a:buSzPts val="1610"/>
              <a:buFont typeface="Arial"/>
              <a:buChar char="•"/>
              <a:defRPr b="0" i="0" sz="1400" u="none" cap="none" strike="noStrike">
                <a:solidFill>
                  <a:srgbClr val="262626"/>
                </a:solidFill>
                <a:latin typeface="Garamond"/>
                <a:ea typeface="Garamond"/>
                <a:cs typeface="Garamond"/>
                <a:sym typeface="Garamond"/>
              </a:defRPr>
            </a:lvl5pPr>
            <a:lvl6pPr indent="-330835" lvl="5" marL="2743200" marR="0" rtl="0" algn="l">
              <a:spcBef>
                <a:spcPts val="600"/>
              </a:spcBef>
              <a:spcAft>
                <a:spcPts val="0"/>
              </a:spcAft>
              <a:buClr>
                <a:schemeClr val="accent1"/>
              </a:buClr>
              <a:buSzPts val="1610"/>
              <a:buFont typeface="Arial"/>
              <a:buChar char="•"/>
              <a:defRPr b="0" i="0" sz="1400" u="none" cap="none" strike="noStrike">
                <a:solidFill>
                  <a:srgbClr val="262626"/>
                </a:solidFill>
                <a:latin typeface="Garamond"/>
                <a:ea typeface="Garamond"/>
                <a:cs typeface="Garamond"/>
                <a:sym typeface="Garamond"/>
              </a:defRPr>
            </a:lvl6pPr>
            <a:lvl7pPr indent="-330835" lvl="6" marL="3200400" marR="0" rtl="0" algn="l">
              <a:spcBef>
                <a:spcPts val="600"/>
              </a:spcBef>
              <a:spcAft>
                <a:spcPts val="0"/>
              </a:spcAft>
              <a:buClr>
                <a:schemeClr val="accent1"/>
              </a:buClr>
              <a:buSzPts val="1610"/>
              <a:buFont typeface="Arial"/>
              <a:buChar char="•"/>
              <a:defRPr b="0" i="0" sz="1400" u="none" cap="none" strike="noStrike">
                <a:solidFill>
                  <a:srgbClr val="262626"/>
                </a:solidFill>
                <a:latin typeface="Garamond"/>
                <a:ea typeface="Garamond"/>
                <a:cs typeface="Garamond"/>
                <a:sym typeface="Garamond"/>
              </a:defRPr>
            </a:lvl7pPr>
            <a:lvl8pPr indent="-330834" lvl="7" marL="3657600" marR="0" rtl="0" algn="l">
              <a:spcBef>
                <a:spcPts val="600"/>
              </a:spcBef>
              <a:spcAft>
                <a:spcPts val="0"/>
              </a:spcAft>
              <a:buClr>
                <a:schemeClr val="accent1"/>
              </a:buClr>
              <a:buSzPts val="1610"/>
              <a:buFont typeface="Arial"/>
              <a:buChar char="•"/>
              <a:defRPr b="0" i="0" sz="1400" u="none" cap="none" strike="noStrike">
                <a:solidFill>
                  <a:srgbClr val="262626"/>
                </a:solidFill>
                <a:latin typeface="Garamond"/>
                <a:ea typeface="Garamond"/>
                <a:cs typeface="Garamond"/>
                <a:sym typeface="Garamond"/>
              </a:defRPr>
            </a:lvl8pPr>
            <a:lvl9pPr indent="-330834" lvl="8" marL="4114800" marR="0" rtl="0" algn="l">
              <a:spcBef>
                <a:spcPts val="600"/>
              </a:spcBef>
              <a:spcAft>
                <a:spcPts val="600"/>
              </a:spcAft>
              <a:buClr>
                <a:schemeClr val="accent1"/>
              </a:buClr>
              <a:buSzPts val="1610"/>
              <a:buFont typeface="Arial"/>
              <a:buChar char="•"/>
              <a:defRPr b="0" i="0" sz="1400" u="none" cap="none" strike="noStrike">
                <a:solidFill>
                  <a:srgbClr val="262626"/>
                </a:solidFill>
                <a:latin typeface="Garamond"/>
                <a:ea typeface="Garamond"/>
                <a:cs typeface="Garamond"/>
                <a:sym typeface="Garamond"/>
              </a:defRPr>
            </a:lvl9pPr>
          </a:lstStyle>
          <a:p/>
        </p:txBody>
      </p:sp>
      <p:sp>
        <p:nvSpPr>
          <p:cNvPr id="13" name="Google Shape;13;p1"/>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00" u="none" cap="none" strike="noStrike">
                <a:solidFill>
                  <a:schemeClr val="dk1"/>
                </a:solidFill>
                <a:latin typeface="Garamond"/>
                <a:ea typeface="Garamond"/>
                <a:cs typeface="Garamond"/>
                <a:sym typeface="Garamond"/>
              </a:defRPr>
            </a:lvl1pPr>
            <a:lvl2pPr lvl="1"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2pPr>
            <a:lvl3pPr lvl="2"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3pPr>
            <a:lvl4pPr lvl="3"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4pPr>
            <a:lvl5pPr lvl="4"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5pPr>
            <a:lvl6pPr lvl="5"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6pPr>
            <a:lvl7pPr lvl="6"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7pPr>
            <a:lvl8pPr lvl="7"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8pPr>
            <a:lvl9pPr lvl="8"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9pPr>
          </a:lstStyle>
          <a:p/>
        </p:txBody>
      </p:sp>
      <p:sp>
        <p:nvSpPr>
          <p:cNvPr id="14" name="Google Shape;14;p1"/>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00" u="none" cap="none" strike="noStrike">
                <a:solidFill>
                  <a:schemeClr val="dk1"/>
                </a:solidFill>
                <a:latin typeface="Garamond"/>
                <a:ea typeface="Garamond"/>
                <a:cs typeface="Garamond"/>
                <a:sym typeface="Garamond"/>
              </a:defRPr>
            </a:lvl1pPr>
            <a:lvl2pPr lvl="1"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2pPr>
            <a:lvl3pPr lvl="2"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3pPr>
            <a:lvl4pPr lvl="3"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4pPr>
            <a:lvl5pPr lvl="4"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5pPr>
            <a:lvl6pPr lvl="5"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6pPr>
            <a:lvl7pPr lvl="6"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7pPr>
            <a:lvl8pPr lvl="7"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8pPr>
            <a:lvl9pPr lvl="8"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9pPr>
          </a:lstStyle>
          <a:p/>
        </p:txBody>
      </p:sp>
      <p:sp>
        <p:nvSpPr>
          <p:cNvPr id="15" name="Google Shape;15;p1"/>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00" u="none" cap="none" strike="noStrike">
                <a:solidFill>
                  <a:schemeClr val="dk1"/>
                </a:solidFill>
                <a:latin typeface="Garamond"/>
                <a:ea typeface="Garamond"/>
                <a:cs typeface="Garamond"/>
                <a:sym typeface="Garamond"/>
              </a:defRPr>
            </a:lvl1pPr>
            <a:lvl2pPr indent="0" lvl="1" marL="0" marR="0" rtl="0" algn="r">
              <a:spcBef>
                <a:spcPts val="0"/>
              </a:spcBef>
              <a:buNone/>
              <a:defRPr b="0" i="0" sz="1000" u="none" cap="none" strike="noStrike">
                <a:solidFill>
                  <a:schemeClr val="dk1"/>
                </a:solidFill>
                <a:latin typeface="Garamond"/>
                <a:ea typeface="Garamond"/>
                <a:cs typeface="Garamond"/>
                <a:sym typeface="Garamond"/>
              </a:defRPr>
            </a:lvl2pPr>
            <a:lvl3pPr indent="0" lvl="2" marL="0" marR="0" rtl="0" algn="r">
              <a:spcBef>
                <a:spcPts val="0"/>
              </a:spcBef>
              <a:buNone/>
              <a:defRPr b="0" i="0" sz="1000" u="none" cap="none" strike="noStrike">
                <a:solidFill>
                  <a:schemeClr val="dk1"/>
                </a:solidFill>
                <a:latin typeface="Garamond"/>
                <a:ea typeface="Garamond"/>
                <a:cs typeface="Garamond"/>
                <a:sym typeface="Garamond"/>
              </a:defRPr>
            </a:lvl3pPr>
            <a:lvl4pPr indent="0" lvl="3" marL="0" marR="0" rtl="0" algn="r">
              <a:spcBef>
                <a:spcPts val="0"/>
              </a:spcBef>
              <a:buNone/>
              <a:defRPr b="0" i="0" sz="1000" u="none" cap="none" strike="noStrike">
                <a:solidFill>
                  <a:schemeClr val="dk1"/>
                </a:solidFill>
                <a:latin typeface="Garamond"/>
                <a:ea typeface="Garamond"/>
                <a:cs typeface="Garamond"/>
                <a:sym typeface="Garamond"/>
              </a:defRPr>
            </a:lvl4pPr>
            <a:lvl5pPr indent="0" lvl="4" marL="0" marR="0" rtl="0" algn="r">
              <a:spcBef>
                <a:spcPts val="0"/>
              </a:spcBef>
              <a:buNone/>
              <a:defRPr b="0" i="0" sz="1000" u="none" cap="none" strike="noStrike">
                <a:solidFill>
                  <a:schemeClr val="dk1"/>
                </a:solidFill>
                <a:latin typeface="Garamond"/>
                <a:ea typeface="Garamond"/>
                <a:cs typeface="Garamond"/>
                <a:sym typeface="Garamond"/>
              </a:defRPr>
            </a:lvl5pPr>
            <a:lvl6pPr indent="0" lvl="5" marL="0" marR="0" rtl="0" algn="r">
              <a:spcBef>
                <a:spcPts val="0"/>
              </a:spcBef>
              <a:buNone/>
              <a:defRPr b="0" i="0" sz="1000" u="none" cap="none" strike="noStrike">
                <a:solidFill>
                  <a:schemeClr val="dk1"/>
                </a:solidFill>
                <a:latin typeface="Garamond"/>
                <a:ea typeface="Garamond"/>
                <a:cs typeface="Garamond"/>
                <a:sym typeface="Garamond"/>
              </a:defRPr>
            </a:lvl6pPr>
            <a:lvl7pPr indent="0" lvl="6" marL="0" marR="0" rtl="0" algn="r">
              <a:spcBef>
                <a:spcPts val="0"/>
              </a:spcBef>
              <a:buNone/>
              <a:defRPr b="0" i="0" sz="1000" u="none" cap="none" strike="noStrike">
                <a:solidFill>
                  <a:schemeClr val="dk1"/>
                </a:solidFill>
                <a:latin typeface="Garamond"/>
                <a:ea typeface="Garamond"/>
                <a:cs typeface="Garamond"/>
                <a:sym typeface="Garamond"/>
              </a:defRPr>
            </a:lvl7pPr>
            <a:lvl8pPr indent="0" lvl="7" marL="0" marR="0" rtl="0" algn="r">
              <a:spcBef>
                <a:spcPts val="0"/>
              </a:spcBef>
              <a:buNone/>
              <a:defRPr b="0" i="0" sz="1000" u="none" cap="none" strike="noStrike">
                <a:solidFill>
                  <a:schemeClr val="dk1"/>
                </a:solidFill>
                <a:latin typeface="Garamond"/>
                <a:ea typeface="Garamond"/>
                <a:cs typeface="Garamond"/>
                <a:sym typeface="Garamond"/>
              </a:defRPr>
            </a:lvl8pPr>
            <a:lvl9pPr indent="0" lvl="8" marL="0" marR="0" rtl="0" algn="r">
              <a:spcBef>
                <a:spcPts val="0"/>
              </a:spcBef>
              <a:buNone/>
              <a:defRPr b="0" i="0" sz="1000" u="none" cap="none" strike="noStrike">
                <a:solidFill>
                  <a:schemeClr val="dk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4"/>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 id="2147483660" r:id="rId16"/>
    <p:sldLayoutId id="2147483661" r:id="rId17"/>
    <p:sldLayoutId id="2147483662" r:id="rId18"/>
    <p:sldLayoutId id="2147483663" r:id="rId19"/>
    <p:sldLayoutId id="2147483664" r:id="rId2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s://techboomers.com/guide-to-the-digital-divide"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hyperlink" Target="https://wiki.uiowa.edu/pages/viewpage.action?pageId=61638152"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hyperlink" Target="https://video.search.yahoo.com/yhs/search?fr=yhs-itm-001&amp;hsimp=yhs-001&amp;hspart=itm&amp;p=digital+divide#id=2&amp;vid=0a9103db94f6ab09ad0be13d53019729&amp;action=click"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hyperlink" Target="https://www.meritalk.com/articles/demographics-affect-which-side-of-the-digital-divide-youre-on/" TargetMode="External"/><Relationship Id="rId4" Type="http://schemas.openxmlformats.org/officeDocument/2006/relationships/hyperlink" Target="https://wiki.uiowa.edu/pages/viewpage.action?pageId=61638152" TargetMode="External"/><Relationship Id="rId5" Type="http://schemas.openxmlformats.org/officeDocument/2006/relationships/hyperlink" Target="http://www.speedupyourcity.com/5-groups-people-affected-digital-divide/" TargetMode="External"/><Relationship Id="rId6" Type="http://schemas.openxmlformats.org/officeDocument/2006/relationships/hyperlink" Target="https://wiki.uiowa.edu/pages/viewpage.action?pageId=42009930" TargetMode="External"/><Relationship Id="rId7" Type="http://schemas.openxmlformats.org/officeDocument/2006/relationships/hyperlink" Target="https://cs.stanford.edu/people/eroberts/cs201/projects/digital-divide/start.html" TargetMode="External"/><Relationship Id="rId8" Type="http://schemas.openxmlformats.org/officeDocument/2006/relationships/hyperlink" Target="http://www.digitalresponsibility.org/digital-divide-the-technology-gap-between-rich-and-poor"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9"/>
          <p:cNvSpPr txBox="1"/>
          <p:nvPr>
            <p:ph type="ctrTitle"/>
          </p:nvPr>
        </p:nvSpPr>
        <p:spPr>
          <a:xfrm>
            <a:off x="2692398" y="1871131"/>
            <a:ext cx="6815669" cy="151553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rgbClr val="262626"/>
              </a:buClr>
              <a:buSzPts val="5400"/>
              <a:buFont typeface="Garamond"/>
              <a:buNone/>
            </a:pPr>
            <a:r>
              <a:rPr lang="en-US"/>
              <a:t>Technology</a:t>
            </a:r>
            <a:endParaRPr/>
          </a:p>
        </p:txBody>
      </p:sp>
      <p:sp>
        <p:nvSpPr>
          <p:cNvPr id="152" name="Google Shape;152;p19"/>
          <p:cNvSpPr txBox="1"/>
          <p:nvPr>
            <p:ph idx="1" type="subTitle"/>
          </p:nvPr>
        </p:nvSpPr>
        <p:spPr>
          <a:xfrm>
            <a:off x="2692398" y="3657597"/>
            <a:ext cx="6815669" cy="1320802"/>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SzPts val="2415"/>
              <a:buNone/>
            </a:pPr>
            <a:r>
              <a:rPr lang="en-US"/>
              <a:t>The Digital Divide</a:t>
            </a:r>
            <a:endParaRPr/>
          </a:p>
          <a:p>
            <a:pPr indent="0" lvl="0" marL="0" rtl="0" algn="ctr">
              <a:spcBef>
                <a:spcPts val="1020"/>
              </a:spcBef>
              <a:spcAft>
                <a:spcPts val="0"/>
              </a:spcAft>
              <a:buSzPts val="2415"/>
              <a:buNone/>
            </a:pPr>
            <a:r>
              <a:rPr lang="en-US"/>
              <a:t>CST462</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0"/>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262626"/>
              </a:buClr>
              <a:buSzPts val="4400"/>
              <a:buFont typeface="Garamond"/>
              <a:buNone/>
            </a:pPr>
            <a:r>
              <a:rPr lang="en-US"/>
              <a:t>What this lecture discusses</a:t>
            </a:r>
            <a:endParaRPr/>
          </a:p>
        </p:txBody>
      </p:sp>
      <p:sp>
        <p:nvSpPr>
          <p:cNvPr id="158" name="Google Shape;158;p20"/>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2760"/>
              <a:buChar char="•"/>
            </a:pPr>
            <a:r>
              <a:rPr lang="en-US"/>
              <a:t>The digital divide</a:t>
            </a:r>
            <a:endParaRPr/>
          </a:p>
          <a:p>
            <a:pPr indent="-285750" lvl="0" marL="285750" rtl="0" algn="l">
              <a:spcBef>
                <a:spcPts val="1080"/>
              </a:spcBef>
              <a:spcAft>
                <a:spcPts val="0"/>
              </a:spcAft>
              <a:buSzPts val="2760"/>
              <a:buChar char="•"/>
            </a:pPr>
            <a:r>
              <a:rPr lang="en-US"/>
              <a:t>Causes of the digital divide</a:t>
            </a:r>
            <a:endParaRPr/>
          </a:p>
          <a:p>
            <a:pPr indent="-285750" lvl="0" marL="285750" rtl="0" algn="l">
              <a:spcBef>
                <a:spcPts val="1080"/>
              </a:spcBef>
              <a:spcAft>
                <a:spcPts val="0"/>
              </a:spcAft>
              <a:buSzPts val="2760"/>
              <a:buChar char="•"/>
            </a:pPr>
            <a:r>
              <a:rPr lang="en-US"/>
              <a:t>Those affected by the digital divide </a:t>
            </a:r>
            <a:endParaRPr/>
          </a:p>
          <a:p>
            <a:pPr indent="-285750" lvl="0" marL="285750" rtl="0" algn="l">
              <a:spcBef>
                <a:spcPts val="1080"/>
              </a:spcBef>
              <a:spcAft>
                <a:spcPts val="0"/>
              </a:spcAft>
              <a:buSzPts val="2760"/>
              <a:buChar char="•"/>
            </a:pPr>
            <a:r>
              <a:rPr lang="en-US"/>
              <a:t>Bridging the digital divide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1"/>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262626"/>
              </a:buClr>
              <a:buSzPts val="4400"/>
              <a:buFont typeface="Garamond"/>
              <a:buNone/>
            </a:pPr>
            <a:r>
              <a:rPr lang="en-US"/>
              <a:t>Digital Revolution</a:t>
            </a:r>
            <a:endParaRPr/>
          </a:p>
        </p:txBody>
      </p:sp>
      <p:sp>
        <p:nvSpPr>
          <p:cNvPr id="164" name="Google Shape;164;p21"/>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Autofit/>
          </a:bodyPr>
          <a:lstStyle/>
          <a:p>
            <a:pPr indent="-285750" lvl="0" marL="285750" rtl="0" algn="l">
              <a:lnSpc>
                <a:spcPct val="90000"/>
              </a:lnSpc>
              <a:spcBef>
                <a:spcPts val="0"/>
              </a:spcBef>
              <a:spcAft>
                <a:spcPts val="0"/>
              </a:spcAft>
              <a:buSzPts val="2760"/>
              <a:buChar char="•"/>
            </a:pPr>
            <a:r>
              <a:rPr lang="en-US"/>
              <a:t>What is the digital revolution? </a:t>
            </a:r>
            <a:endParaRPr/>
          </a:p>
          <a:p>
            <a:pPr indent="-110490" lvl="0" marL="285750" rtl="0" algn="l">
              <a:lnSpc>
                <a:spcPct val="90000"/>
              </a:lnSpc>
              <a:spcBef>
                <a:spcPts val="1080"/>
              </a:spcBef>
              <a:spcAft>
                <a:spcPts val="0"/>
              </a:spcAft>
              <a:buSzPts val="2760"/>
              <a:buNone/>
            </a:pPr>
            <a:r>
              <a:t/>
            </a:r>
            <a:endParaRPr/>
          </a:p>
          <a:p>
            <a:pPr indent="0" lvl="0" marL="0" rtl="0" algn="l">
              <a:lnSpc>
                <a:spcPct val="90000"/>
              </a:lnSpc>
              <a:spcBef>
                <a:spcPts val="1080"/>
              </a:spcBef>
              <a:spcAft>
                <a:spcPts val="0"/>
              </a:spcAft>
              <a:buSzPts val="2760"/>
              <a:buNone/>
            </a:pPr>
            <a:r>
              <a:rPr lang="en-US"/>
              <a:t>Technopedia defines Digital Revolution as </a:t>
            </a:r>
            <a:br>
              <a:rPr b="1" lang="en-US"/>
            </a:br>
            <a:r>
              <a:rPr b="1" lang="en-US"/>
              <a:t>Definition - What does </a:t>
            </a:r>
            <a:r>
              <a:rPr b="1" i="1" lang="en-US"/>
              <a:t>Digital Revolution</a:t>
            </a:r>
            <a:r>
              <a:rPr b="1" lang="en-US"/>
              <a:t> mean?</a:t>
            </a:r>
            <a:endParaRPr/>
          </a:p>
          <a:p>
            <a:pPr indent="0" lvl="0" marL="0" rtl="0" algn="l">
              <a:lnSpc>
                <a:spcPct val="90000"/>
              </a:lnSpc>
              <a:spcBef>
                <a:spcPts val="1080"/>
              </a:spcBef>
              <a:spcAft>
                <a:spcPts val="0"/>
              </a:spcAft>
              <a:buSzPts val="2760"/>
              <a:buNone/>
            </a:pPr>
            <a:r>
              <a:rPr lang="en-US"/>
              <a:t>The Digital Revolution refers to the advancement of technology from analog electronic and mechanical devices to the digital technology available today. The era started to during the 1980s and is ongoing. The Digital Revolution also marks the beginning of the Information Era.</a:t>
            </a:r>
            <a:endParaRPr/>
          </a:p>
          <a:p>
            <a:pPr indent="-110490" lvl="0" marL="285750" rtl="0" algn="l">
              <a:lnSpc>
                <a:spcPct val="90000"/>
              </a:lnSpc>
              <a:spcBef>
                <a:spcPts val="1080"/>
              </a:spcBef>
              <a:spcAft>
                <a:spcPts val="0"/>
              </a:spcAft>
              <a:buSzPts val="276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2"/>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262626"/>
              </a:buClr>
              <a:buSzPts val="4400"/>
              <a:buFont typeface="Garamond"/>
              <a:buNone/>
            </a:pPr>
            <a:r>
              <a:rPr lang="en-US"/>
              <a:t>Digital Timeline</a:t>
            </a:r>
            <a:endParaRPr/>
          </a:p>
        </p:txBody>
      </p:sp>
      <p:sp>
        <p:nvSpPr>
          <p:cNvPr id="170" name="Google Shape;170;p22"/>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Autofit/>
          </a:bodyPr>
          <a:lstStyle/>
          <a:p>
            <a:pPr indent="-285750" lvl="0" marL="285750" rtl="0" algn="l">
              <a:lnSpc>
                <a:spcPct val="80000"/>
              </a:lnSpc>
              <a:spcBef>
                <a:spcPts val="0"/>
              </a:spcBef>
              <a:spcAft>
                <a:spcPts val="0"/>
              </a:spcAft>
              <a:buSzPts val="2553"/>
              <a:buChar char="•"/>
            </a:pPr>
            <a:r>
              <a:rPr lang="en-US" sz="2220"/>
              <a:t>1947 – 1979 Transistors</a:t>
            </a:r>
            <a:endParaRPr/>
          </a:p>
          <a:p>
            <a:pPr indent="-285750" lvl="0" marL="285750" rtl="0" algn="l">
              <a:lnSpc>
                <a:spcPct val="80000"/>
              </a:lnSpc>
              <a:spcBef>
                <a:spcPts val="1044"/>
              </a:spcBef>
              <a:spcAft>
                <a:spcPts val="0"/>
              </a:spcAft>
              <a:buSzPts val="2553"/>
              <a:buChar char="•"/>
            </a:pPr>
            <a:r>
              <a:rPr lang="en-US" sz="2220"/>
              <a:t>1980s - Computer becoming a familiar machine</a:t>
            </a:r>
            <a:endParaRPr/>
          </a:p>
          <a:p>
            <a:pPr indent="-285750" lvl="0" marL="285750" rtl="0" algn="l">
              <a:lnSpc>
                <a:spcPct val="80000"/>
              </a:lnSpc>
              <a:spcBef>
                <a:spcPts val="1044"/>
              </a:spcBef>
              <a:spcAft>
                <a:spcPts val="0"/>
              </a:spcAft>
              <a:buSzPts val="2553"/>
              <a:buChar char="•"/>
            </a:pPr>
            <a:r>
              <a:rPr lang="en-US" sz="2220"/>
              <a:t>1990s – World Wide Web introduced</a:t>
            </a:r>
            <a:endParaRPr/>
          </a:p>
          <a:p>
            <a:pPr indent="-285750" lvl="0" marL="285750" rtl="0" algn="l">
              <a:lnSpc>
                <a:spcPct val="80000"/>
              </a:lnSpc>
              <a:spcBef>
                <a:spcPts val="1044"/>
              </a:spcBef>
              <a:spcAft>
                <a:spcPts val="0"/>
              </a:spcAft>
              <a:buSzPts val="2553"/>
              <a:buChar char="•"/>
            </a:pPr>
            <a:r>
              <a:rPr lang="en-US" sz="2220"/>
              <a:t>1996 –  Internet becomes normal for business operations</a:t>
            </a:r>
            <a:endParaRPr/>
          </a:p>
          <a:p>
            <a:pPr indent="-285750" lvl="0" marL="285750" rtl="0" algn="l">
              <a:lnSpc>
                <a:spcPct val="80000"/>
              </a:lnSpc>
              <a:spcBef>
                <a:spcPts val="1044"/>
              </a:spcBef>
              <a:spcAft>
                <a:spcPts val="0"/>
              </a:spcAft>
              <a:buSzPts val="2553"/>
              <a:buChar char="•"/>
            </a:pPr>
            <a:r>
              <a:rPr lang="en-US" sz="2220"/>
              <a:t>2000s – Digital revolution spreading over the developing world</a:t>
            </a:r>
            <a:endParaRPr/>
          </a:p>
          <a:p>
            <a:pPr indent="-285750" lvl="0" marL="285750" rtl="0" algn="l">
              <a:lnSpc>
                <a:spcPct val="80000"/>
              </a:lnSpc>
              <a:spcBef>
                <a:spcPts val="1044"/>
              </a:spcBef>
              <a:spcAft>
                <a:spcPts val="0"/>
              </a:spcAft>
              <a:buSzPts val="2553"/>
              <a:buChar char="•"/>
            </a:pPr>
            <a:r>
              <a:rPr lang="en-US" sz="2220"/>
              <a:t>2010 + - Internet use ~25% world population</a:t>
            </a:r>
            <a:endParaRPr/>
          </a:p>
          <a:p>
            <a:pPr indent="-123634" lvl="0" marL="285750" rtl="0" algn="l">
              <a:lnSpc>
                <a:spcPct val="80000"/>
              </a:lnSpc>
              <a:spcBef>
                <a:spcPts val="1044"/>
              </a:spcBef>
              <a:spcAft>
                <a:spcPts val="0"/>
              </a:spcAft>
              <a:buSzPts val="2553"/>
              <a:buNone/>
            </a:pPr>
            <a:r>
              <a:t/>
            </a:r>
            <a:endParaRPr sz="2220"/>
          </a:p>
          <a:p>
            <a:pPr indent="0" lvl="0" marL="0" rtl="0" algn="l">
              <a:lnSpc>
                <a:spcPct val="80000"/>
              </a:lnSpc>
              <a:spcBef>
                <a:spcPts val="970"/>
              </a:spcBef>
              <a:spcAft>
                <a:spcPts val="0"/>
              </a:spcAft>
              <a:buSzPts val="2128"/>
              <a:buNone/>
            </a:pPr>
            <a:r>
              <a:rPr lang="en-US" sz="1850"/>
              <a:t>(technopedia) </a:t>
            </a:r>
            <a:endParaRPr/>
          </a:p>
          <a:p>
            <a:pPr indent="-123634" lvl="0" marL="285750" rtl="0" algn="l">
              <a:lnSpc>
                <a:spcPct val="80000"/>
              </a:lnSpc>
              <a:spcBef>
                <a:spcPts val="1044"/>
              </a:spcBef>
              <a:spcAft>
                <a:spcPts val="0"/>
              </a:spcAft>
              <a:buSzPts val="2553"/>
              <a:buNone/>
            </a:pPr>
            <a:r>
              <a:t/>
            </a:r>
            <a:endParaRPr sz="222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3"/>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SzPts val="2760"/>
              <a:buNone/>
            </a:pPr>
            <a:r>
              <a:t/>
            </a:r>
            <a:endParaRPr/>
          </a:p>
          <a:p>
            <a:pPr indent="0" lvl="0" marL="0" rtl="0" algn="ctr">
              <a:spcBef>
                <a:spcPts val="1080"/>
              </a:spcBef>
              <a:spcAft>
                <a:spcPts val="0"/>
              </a:spcAft>
              <a:buSzPts val="2760"/>
              <a:buNone/>
            </a:pPr>
            <a:r>
              <a:t/>
            </a:r>
            <a:endParaRPr/>
          </a:p>
          <a:p>
            <a:pPr indent="0" lvl="0" marL="0" rtl="0" algn="ctr">
              <a:spcBef>
                <a:spcPts val="1080"/>
              </a:spcBef>
              <a:spcAft>
                <a:spcPts val="0"/>
              </a:spcAft>
              <a:buSzPts val="2760"/>
              <a:buNone/>
            </a:pPr>
            <a:r>
              <a:t/>
            </a:r>
            <a:endParaRPr/>
          </a:p>
          <a:p>
            <a:pPr indent="0" lvl="0" marL="0" rtl="0" algn="ctr">
              <a:spcBef>
                <a:spcPts val="1560"/>
              </a:spcBef>
              <a:spcAft>
                <a:spcPts val="0"/>
              </a:spcAft>
              <a:buSzPts val="5520"/>
              <a:buNone/>
            </a:pPr>
            <a:r>
              <a:rPr lang="en-US" sz="4800"/>
              <a:t>Is Internet Access a Human Right?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4"/>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760"/>
              <a:buNone/>
            </a:pPr>
            <a:r>
              <a:t/>
            </a:r>
            <a:endParaRPr/>
          </a:p>
          <a:p>
            <a:pPr indent="0" lvl="0" marL="0" rtl="0" algn="l">
              <a:spcBef>
                <a:spcPts val="1080"/>
              </a:spcBef>
              <a:spcAft>
                <a:spcPts val="0"/>
              </a:spcAft>
              <a:buSzPts val="2760"/>
              <a:buNone/>
            </a:pPr>
            <a:r>
              <a:t/>
            </a:r>
            <a:endParaRPr/>
          </a:p>
          <a:p>
            <a:pPr indent="0" lvl="0" marL="0" rtl="0" algn="ctr">
              <a:spcBef>
                <a:spcPts val="1240"/>
              </a:spcBef>
              <a:spcAft>
                <a:spcPts val="0"/>
              </a:spcAft>
              <a:buSzPts val="3680"/>
              <a:buNone/>
            </a:pPr>
            <a:r>
              <a:rPr lang="en-US" sz="3200"/>
              <a:t>What if people are required to use the Internet?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5"/>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262626"/>
              </a:buClr>
              <a:buSzPts val="4400"/>
              <a:buFont typeface="Garamond"/>
              <a:buNone/>
            </a:pPr>
            <a:r>
              <a:rPr lang="en-US"/>
              <a:t>Digital divide</a:t>
            </a:r>
            <a:endParaRPr/>
          </a:p>
        </p:txBody>
      </p:sp>
      <p:sp>
        <p:nvSpPr>
          <p:cNvPr id="186" name="Google Shape;186;p25"/>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760"/>
              <a:buNone/>
            </a:pPr>
            <a:r>
              <a:rPr lang="en-US"/>
              <a:t>What is the digital divide?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6"/>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262626"/>
              </a:buClr>
              <a:buSzPts val="4400"/>
              <a:buFont typeface="Garamond"/>
              <a:buNone/>
            </a:pPr>
            <a:r>
              <a:rPr lang="en-US"/>
              <a:t>Digital divide</a:t>
            </a:r>
            <a:endParaRPr/>
          </a:p>
        </p:txBody>
      </p:sp>
      <p:sp>
        <p:nvSpPr>
          <p:cNvPr id="192" name="Google Shape;192;p26"/>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760"/>
              <a:buNone/>
            </a:pPr>
            <a:r>
              <a:rPr lang="en-US"/>
              <a:t>What is the digital divide?</a:t>
            </a:r>
            <a:endParaRPr/>
          </a:p>
          <a:p>
            <a:pPr indent="0" lvl="0" marL="0" rtl="0" algn="l">
              <a:spcBef>
                <a:spcPts val="1080"/>
              </a:spcBef>
              <a:spcAft>
                <a:spcPts val="0"/>
              </a:spcAft>
              <a:buSzPts val="2760"/>
              <a:buNone/>
            </a:pPr>
            <a:r>
              <a:rPr lang="en-US">
                <a:solidFill>
                  <a:schemeClr val="accent1"/>
                </a:solidFill>
              </a:rPr>
              <a:t>Gap between demographics and regions that have access to modern information and communications to technology</a:t>
            </a:r>
            <a:endParaRPr/>
          </a:p>
          <a:p>
            <a:pPr indent="0" lvl="0" marL="0" rtl="0" algn="l">
              <a:spcBef>
                <a:spcPts val="1080"/>
              </a:spcBef>
              <a:spcAft>
                <a:spcPts val="0"/>
              </a:spcAft>
              <a:buSzPts val="2760"/>
              <a:buNone/>
            </a:pPr>
            <a:r>
              <a:rPr lang="en-US"/>
              <a:t>When those who have access to technology have a great advantage over those without access to technology</a:t>
            </a:r>
            <a:endParaRPr/>
          </a:p>
          <a:p>
            <a:pPr indent="0" lvl="0" marL="0" rtl="0" algn="l">
              <a:spcBef>
                <a:spcPts val="1080"/>
              </a:spcBef>
              <a:spcAft>
                <a:spcPts val="0"/>
              </a:spcAft>
              <a:buSzPts val="2760"/>
              <a:buNone/>
            </a:pPr>
            <a:r>
              <a:t/>
            </a:r>
            <a:endParaRPr>
              <a:solidFill>
                <a:schemeClr val="accent1"/>
              </a:solidFill>
            </a:endParaRPr>
          </a:p>
          <a:p>
            <a:pPr indent="0" lvl="0" marL="0" rtl="0" algn="l">
              <a:spcBef>
                <a:spcPts val="1080"/>
              </a:spcBef>
              <a:spcAft>
                <a:spcPts val="0"/>
              </a:spcAft>
              <a:buSzPts val="2760"/>
              <a:buNone/>
            </a:pPr>
            <a:r>
              <a:t/>
            </a:r>
            <a:endParaRPr>
              <a:solidFill>
                <a:schemeClr val="accent1"/>
              </a:solidFill>
            </a:endParaRPr>
          </a:p>
          <a:p>
            <a:pPr indent="0" lvl="0" marL="0" rtl="0" algn="l">
              <a:spcBef>
                <a:spcPts val="1080"/>
              </a:spcBef>
              <a:spcAft>
                <a:spcPts val="0"/>
              </a:spcAft>
              <a:buSzPts val="276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7"/>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262626"/>
              </a:buClr>
              <a:buSzPts val="4400"/>
              <a:buFont typeface="Garamond"/>
              <a:buNone/>
            </a:pPr>
            <a:r>
              <a:rPr lang="en-US"/>
              <a:t>Causes of the Digital divide</a:t>
            </a:r>
            <a:endParaRPr/>
          </a:p>
        </p:txBody>
      </p:sp>
      <p:sp>
        <p:nvSpPr>
          <p:cNvPr id="198" name="Google Shape;198;p27"/>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SzPts val="1518"/>
              <a:buNone/>
            </a:pPr>
            <a:r>
              <a:rPr lang="en-US" sz="1320"/>
              <a:t>What are some causes of the digital divide?</a:t>
            </a:r>
            <a:endParaRPr/>
          </a:p>
          <a:p>
            <a:pPr indent="-285750" lvl="0" marL="285750" rtl="0" algn="l">
              <a:lnSpc>
                <a:spcPct val="80000"/>
              </a:lnSpc>
              <a:spcBef>
                <a:spcPts val="864"/>
              </a:spcBef>
              <a:spcAft>
                <a:spcPts val="0"/>
              </a:spcAft>
              <a:buSzPts val="1518"/>
              <a:buChar char="•"/>
            </a:pPr>
            <a:r>
              <a:rPr lang="en-US" sz="1320"/>
              <a:t>Access </a:t>
            </a:r>
            <a:endParaRPr/>
          </a:p>
          <a:p>
            <a:pPr indent="-285750" lvl="0" marL="285750" rtl="0" algn="l">
              <a:lnSpc>
                <a:spcPct val="80000"/>
              </a:lnSpc>
              <a:spcBef>
                <a:spcPts val="864"/>
              </a:spcBef>
              <a:spcAft>
                <a:spcPts val="0"/>
              </a:spcAft>
              <a:buSzPts val="1518"/>
              <a:buChar char="•"/>
            </a:pPr>
            <a:r>
              <a:rPr lang="en-US" sz="1320"/>
              <a:t>Ability to pay for it</a:t>
            </a:r>
            <a:endParaRPr/>
          </a:p>
          <a:p>
            <a:pPr indent="-285750" lvl="0" marL="285750" rtl="0" algn="l">
              <a:lnSpc>
                <a:spcPct val="80000"/>
              </a:lnSpc>
              <a:spcBef>
                <a:spcPts val="864"/>
              </a:spcBef>
              <a:spcAft>
                <a:spcPts val="0"/>
              </a:spcAft>
              <a:buSzPts val="1518"/>
              <a:buChar char="•"/>
            </a:pPr>
            <a:r>
              <a:rPr lang="en-US" sz="1320"/>
              <a:t>Digital literacy</a:t>
            </a:r>
            <a:endParaRPr/>
          </a:p>
          <a:p>
            <a:pPr indent="-285750" lvl="0" marL="285750" rtl="0" algn="l">
              <a:lnSpc>
                <a:spcPct val="80000"/>
              </a:lnSpc>
              <a:spcBef>
                <a:spcPts val="864"/>
              </a:spcBef>
              <a:spcAft>
                <a:spcPts val="0"/>
              </a:spcAft>
              <a:buSzPts val="1518"/>
              <a:buChar char="•"/>
            </a:pPr>
            <a:r>
              <a:rPr lang="en-US" sz="1320"/>
              <a:t>Expenses for hardware devices</a:t>
            </a:r>
            <a:endParaRPr/>
          </a:p>
          <a:p>
            <a:pPr indent="-285750" lvl="0" marL="285750" rtl="0" algn="l">
              <a:lnSpc>
                <a:spcPct val="80000"/>
              </a:lnSpc>
              <a:spcBef>
                <a:spcPts val="864"/>
              </a:spcBef>
              <a:spcAft>
                <a:spcPts val="0"/>
              </a:spcAft>
              <a:buSzPts val="1518"/>
              <a:buChar char="•"/>
            </a:pPr>
            <a:r>
              <a:rPr lang="en-US" sz="1320"/>
              <a:t>Motivation to learn, general interest</a:t>
            </a:r>
            <a:endParaRPr/>
          </a:p>
          <a:p>
            <a:pPr indent="0" lvl="0" marL="0" rtl="0" algn="l">
              <a:lnSpc>
                <a:spcPct val="80000"/>
              </a:lnSpc>
              <a:spcBef>
                <a:spcPts val="864"/>
              </a:spcBef>
              <a:spcAft>
                <a:spcPts val="0"/>
              </a:spcAft>
              <a:buSzPts val="1518"/>
              <a:buNone/>
            </a:pPr>
            <a:r>
              <a:t/>
            </a:r>
            <a:endParaRPr sz="1320"/>
          </a:p>
          <a:p>
            <a:pPr indent="0" lvl="0" marL="0" rtl="0" algn="l">
              <a:lnSpc>
                <a:spcPct val="80000"/>
              </a:lnSpc>
              <a:spcBef>
                <a:spcPts val="864"/>
              </a:spcBef>
              <a:spcAft>
                <a:spcPts val="0"/>
              </a:spcAft>
              <a:buSzPts val="1518"/>
              <a:buNone/>
            </a:pPr>
            <a:r>
              <a:t/>
            </a:r>
            <a:endParaRPr sz="1320"/>
          </a:p>
          <a:p>
            <a:pPr indent="0" lvl="0" marL="0" rtl="0" algn="l">
              <a:lnSpc>
                <a:spcPct val="80000"/>
              </a:lnSpc>
              <a:spcBef>
                <a:spcPts val="864"/>
              </a:spcBef>
              <a:spcAft>
                <a:spcPts val="0"/>
              </a:spcAft>
              <a:buSzPts val="1518"/>
              <a:buNone/>
            </a:pPr>
            <a:r>
              <a:t/>
            </a:r>
            <a:endParaRPr sz="1320"/>
          </a:p>
          <a:p>
            <a:pPr indent="0" lvl="0" marL="0" rtl="0" algn="l">
              <a:lnSpc>
                <a:spcPct val="80000"/>
              </a:lnSpc>
              <a:spcBef>
                <a:spcPts val="798"/>
              </a:spcBef>
              <a:spcAft>
                <a:spcPts val="0"/>
              </a:spcAft>
              <a:buSzPts val="1139"/>
              <a:buNone/>
            </a:pPr>
            <a:r>
              <a:t/>
            </a:r>
            <a:endParaRPr sz="989"/>
          </a:p>
          <a:p>
            <a:pPr indent="0" lvl="0" marL="0" rtl="0" algn="l">
              <a:lnSpc>
                <a:spcPct val="80000"/>
              </a:lnSpc>
              <a:spcBef>
                <a:spcPts val="798"/>
              </a:spcBef>
              <a:spcAft>
                <a:spcPts val="0"/>
              </a:spcAft>
              <a:buSzPts val="1139"/>
              <a:buNone/>
            </a:pPr>
            <a:r>
              <a:t/>
            </a:r>
            <a:endParaRPr sz="989"/>
          </a:p>
          <a:p>
            <a:pPr indent="0" lvl="0" marL="0" rtl="0" algn="l">
              <a:lnSpc>
                <a:spcPct val="80000"/>
              </a:lnSpc>
              <a:spcBef>
                <a:spcPts val="798"/>
              </a:spcBef>
              <a:spcAft>
                <a:spcPts val="0"/>
              </a:spcAft>
              <a:buSzPts val="1137"/>
              <a:buNone/>
            </a:pPr>
            <a:r>
              <a:rPr lang="en-US" sz="989"/>
              <a:t>At least five countries in the world have less than 2% of their population online, while others, like Iceland, claim 99%+. (Guide to the digital divide. TechBoomers June 28, 2018. </a:t>
            </a:r>
            <a:r>
              <a:rPr lang="en-US" sz="989" u="sng">
                <a:solidFill>
                  <a:schemeClr val="hlink"/>
                </a:solidFill>
                <a:hlinkClick r:id="rId3"/>
              </a:rPr>
              <a:t>https://techboomers.com/guide-to-the-digital-divide</a:t>
            </a:r>
            <a:r>
              <a:rPr lang="en-US" sz="989"/>
              <a: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8"/>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262626"/>
              </a:buClr>
              <a:buSzPts val="4400"/>
              <a:buFont typeface="Garamond"/>
              <a:buNone/>
            </a:pPr>
            <a:r>
              <a:rPr lang="en-US"/>
              <a:t>Affected by Digital divide</a:t>
            </a:r>
            <a:endParaRPr/>
          </a:p>
        </p:txBody>
      </p:sp>
      <p:sp>
        <p:nvSpPr>
          <p:cNvPr id="204" name="Google Shape;204;p28"/>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2553"/>
              <a:buNone/>
            </a:pPr>
            <a:r>
              <a:rPr lang="en-US" sz="2220"/>
              <a:t>~12% no access to internet (Pew Research Center 2017)</a:t>
            </a:r>
            <a:endParaRPr/>
          </a:p>
          <a:p>
            <a:pPr indent="0" lvl="0" marL="0" rtl="0" algn="l">
              <a:lnSpc>
                <a:spcPct val="90000"/>
              </a:lnSpc>
              <a:spcBef>
                <a:spcPts val="1044"/>
              </a:spcBef>
              <a:spcAft>
                <a:spcPts val="0"/>
              </a:spcAft>
              <a:buSzPts val="2553"/>
              <a:buNone/>
            </a:pPr>
            <a:r>
              <a:rPr lang="en-US" sz="2220"/>
              <a:t>Five groups most affected by the digital divide in America:</a:t>
            </a:r>
            <a:endParaRPr/>
          </a:p>
          <a:p>
            <a:pPr indent="0" lvl="0" marL="0" rtl="0" algn="l">
              <a:lnSpc>
                <a:spcPct val="90000"/>
              </a:lnSpc>
              <a:spcBef>
                <a:spcPts val="1044"/>
              </a:spcBef>
              <a:spcAft>
                <a:spcPts val="0"/>
              </a:spcAft>
              <a:buSzPts val="2553"/>
              <a:buNone/>
            </a:pPr>
            <a:r>
              <a:t/>
            </a:r>
            <a:endParaRPr sz="2220"/>
          </a:p>
          <a:p>
            <a:pPr indent="-285750" lvl="0" marL="285750" rtl="0" algn="l">
              <a:lnSpc>
                <a:spcPct val="90000"/>
              </a:lnSpc>
              <a:spcBef>
                <a:spcPts val="1044"/>
              </a:spcBef>
              <a:spcAft>
                <a:spcPts val="0"/>
              </a:spcAft>
              <a:buSzPts val="2553"/>
              <a:buChar char="•"/>
            </a:pPr>
            <a:r>
              <a:rPr lang="en-US" sz="2220"/>
              <a:t>Over the age of 65</a:t>
            </a:r>
            <a:endParaRPr/>
          </a:p>
          <a:p>
            <a:pPr indent="-285750" lvl="0" marL="285750" rtl="0" algn="l">
              <a:lnSpc>
                <a:spcPct val="90000"/>
              </a:lnSpc>
              <a:spcBef>
                <a:spcPts val="1044"/>
              </a:spcBef>
              <a:spcAft>
                <a:spcPts val="0"/>
              </a:spcAft>
              <a:buSzPts val="2553"/>
              <a:buChar char="•"/>
            </a:pPr>
            <a:r>
              <a:rPr lang="en-US" sz="2220"/>
              <a:t>No college degree and live in lower-income households</a:t>
            </a:r>
            <a:endParaRPr/>
          </a:p>
          <a:p>
            <a:pPr indent="-285750" lvl="0" marL="285750" rtl="0" algn="l">
              <a:lnSpc>
                <a:spcPct val="90000"/>
              </a:lnSpc>
              <a:spcBef>
                <a:spcPts val="1044"/>
              </a:spcBef>
              <a:spcAft>
                <a:spcPts val="0"/>
              </a:spcAft>
              <a:buSzPts val="2553"/>
              <a:buChar char="•"/>
            </a:pPr>
            <a:r>
              <a:rPr lang="en-US" sz="2220"/>
              <a:t>Live in rural areas</a:t>
            </a:r>
            <a:endParaRPr/>
          </a:p>
          <a:p>
            <a:pPr indent="-285750" lvl="0" marL="285750" rtl="0" algn="l">
              <a:lnSpc>
                <a:spcPct val="90000"/>
              </a:lnSpc>
              <a:spcBef>
                <a:spcPts val="1044"/>
              </a:spcBef>
              <a:spcAft>
                <a:spcPts val="0"/>
              </a:spcAft>
              <a:buSzPts val="2553"/>
              <a:buChar char="•"/>
            </a:pPr>
            <a:r>
              <a:rPr lang="en-US" sz="2220"/>
              <a:t>Have disabilities</a:t>
            </a:r>
            <a:endParaRPr/>
          </a:p>
          <a:p>
            <a:pPr indent="0" lvl="0" marL="0" rtl="0" algn="l">
              <a:lnSpc>
                <a:spcPct val="90000"/>
              </a:lnSpc>
              <a:spcBef>
                <a:spcPts val="1044"/>
              </a:spcBef>
              <a:spcAft>
                <a:spcPts val="0"/>
              </a:spcAft>
              <a:buSzPts val="2553"/>
              <a:buNone/>
            </a:pPr>
            <a:r>
              <a:t/>
            </a:r>
            <a:endParaRPr sz="2220"/>
          </a:p>
          <a:p>
            <a:pPr indent="0" lvl="0" marL="0" rtl="0" algn="l">
              <a:lnSpc>
                <a:spcPct val="90000"/>
              </a:lnSpc>
              <a:spcBef>
                <a:spcPts val="1044"/>
              </a:spcBef>
              <a:spcAft>
                <a:spcPts val="0"/>
              </a:spcAft>
              <a:buSzPts val="2553"/>
              <a:buNone/>
            </a:pPr>
            <a:r>
              <a:t/>
            </a:r>
            <a:endParaRPr sz="222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9"/>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262626"/>
              </a:buClr>
              <a:buSzPts val="4400"/>
              <a:buFont typeface="Garamond"/>
              <a:buNone/>
            </a:pPr>
            <a:r>
              <a:rPr lang="en-US"/>
              <a:t>Over Age 65</a:t>
            </a:r>
            <a:endParaRPr/>
          </a:p>
        </p:txBody>
      </p:sp>
      <p:sp>
        <p:nvSpPr>
          <p:cNvPr id="210" name="Google Shape;210;p29"/>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2760"/>
              <a:buNone/>
            </a:pPr>
            <a:r>
              <a:rPr lang="en-US"/>
              <a:t>How does the digital divide isolate senior citizens?</a:t>
            </a:r>
            <a:br>
              <a:rPr lang="en-US"/>
            </a:br>
            <a:r>
              <a:rPr lang="en-US" sz="1600"/>
              <a:t>(Roberts, K. (May 30, 2014). How the digital divide hurts elderly in times of crisis. </a:t>
            </a:r>
            <a:r>
              <a:rPr i="1" lang="en-US" sz="1600"/>
              <a:t>The Week</a:t>
            </a:r>
            <a:r>
              <a:rPr lang="en-US" sz="1600"/>
              <a:t>.)</a:t>
            </a:r>
            <a:endParaRPr/>
          </a:p>
          <a:p>
            <a:pPr indent="0" lvl="0" marL="0" rtl="0" algn="l">
              <a:lnSpc>
                <a:spcPct val="90000"/>
              </a:lnSpc>
              <a:spcBef>
                <a:spcPts val="1080"/>
              </a:spcBef>
              <a:spcAft>
                <a:spcPts val="0"/>
              </a:spcAft>
              <a:buSzPts val="2760"/>
              <a:buNone/>
            </a:pPr>
            <a:r>
              <a:t/>
            </a:r>
            <a:endParaRPr/>
          </a:p>
          <a:p>
            <a:pPr indent="-285750" lvl="0" marL="285750" rtl="0" algn="l">
              <a:lnSpc>
                <a:spcPct val="90000"/>
              </a:lnSpc>
              <a:spcBef>
                <a:spcPts val="1080"/>
              </a:spcBef>
              <a:spcAft>
                <a:spcPts val="0"/>
              </a:spcAft>
              <a:buSzPts val="2760"/>
              <a:buChar char="•"/>
            </a:pPr>
            <a:r>
              <a:rPr lang="en-US"/>
              <a:t>They don’t learn about natural disasters and other threatening scenarios as quickly</a:t>
            </a:r>
            <a:endParaRPr/>
          </a:p>
          <a:p>
            <a:pPr indent="-285750" lvl="0" marL="285750" rtl="0" algn="l">
              <a:lnSpc>
                <a:spcPct val="90000"/>
              </a:lnSpc>
              <a:spcBef>
                <a:spcPts val="1080"/>
              </a:spcBef>
              <a:spcAft>
                <a:spcPts val="0"/>
              </a:spcAft>
              <a:buSzPts val="2760"/>
              <a:buChar char="•"/>
            </a:pPr>
            <a:r>
              <a:rPr lang="en-US"/>
              <a:t>Reliant on paper records, their medical and insurance documents are easily lost or destroyed</a:t>
            </a:r>
            <a:endParaRPr/>
          </a:p>
          <a:p>
            <a:pPr indent="-285750" lvl="0" marL="285750" rtl="0" algn="l">
              <a:lnSpc>
                <a:spcPct val="90000"/>
              </a:lnSpc>
              <a:spcBef>
                <a:spcPts val="1080"/>
              </a:spcBef>
              <a:spcAft>
                <a:spcPts val="0"/>
              </a:spcAft>
              <a:buSzPts val="2760"/>
              <a:buChar char="•"/>
            </a:pPr>
            <a:r>
              <a:rPr lang="en-US"/>
              <a:t>They frequently go without resources that require online registration</a:t>
            </a:r>
            <a:endParaRPr/>
          </a:p>
          <a:p>
            <a:pPr indent="0" lvl="0" marL="0" rtl="0" algn="l">
              <a:lnSpc>
                <a:spcPct val="90000"/>
              </a:lnSpc>
              <a:spcBef>
                <a:spcPts val="1080"/>
              </a:spcBef>
              <a:spcAft>
                <a:spcPts val="0"/>
              </a:spcAft>
              <a:buSzPts val="276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0"/>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262626"/>
              </a:buClr>
              <a:buSzPts val="4400"/>
              <a:buFont typeface="Garamond"/>
              <a:buNone/>
            </a:pPr>
            <a:r>
              <a:rPr lang="en-US"/>
              <a:t>Over Age 65 Challenges </a:t>
            </a:r>
            <a:endParaRPr/>
          </a:p>
        </p:txBody>
      </p:sp>
      <p:sp>
        <p:nvSpPr>
          <p:cNvPr id="216" name="Google Shape;216;p30"/>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760"/>
              <a:buNone/>
            </a:pPr>
            <a:r>
              <a:rPr lang="en-US"/>
              <a:t>Some challenges to getting this group online</a:t>
            </a:r>
            <a:endParaRPr/>
          </a:p>
          <a:p>
            <a:pPr indent="0" lvl="0" marL="0" rtl="0" algn="l">
              <a:spcBef>
                <a:spcPts val="1080"/>
              </a:spcBef>
              <a:spcAft>
                <a:spcPts val="0"/>
              </a:spcAft>
              <a:buSzPts val="2760"/>
              <a:buNone/>
            </a:pPr>
            <a:r>
              <a:t/>
            </a:r>
            <a:endParaRPr/>
          </a:p>
          <a:p>
            <a:pPr indent="-285750" lvl="0" marL="285750" rtl="0" algn="l">
              <a:spcBef>
                <a:spcPts val="1080"/>
              </a:spcBef>
              <a:spcAft>
                <a:spcPts val="0"/>
              </a:spcAft>
              <a:buSzPts val="2760"/>
              <a:buChar char="•"/>
            </a:pPr>
            <a:r>
              <a:rPr lang="en-US"/>
              <a:t>A need for increased computer literacy</a:t>
            </a:r>
            <a:endParaRPr/>
          </a:p>
          <a:p>
            <a:pPr indent="-285750" lvl="0" marL="285750" rtl="0" algn="l">
              <a:spcBef>
                <a:spcPts val="1080"/>
              </a:spcBef>
              <a:spcAft>
                <a:spcPts val="0"/>
              </a:spcAft>
              <a:buSzPts val="2760"/>
              <a:buChar char="•"/>
            </a:pPr>
            <a:r>
              <a:rPr lang="en-US"/>
              <a:t>Making high-speed internet in the home affordable</a:t>
            </a:r>
            <a:endParaRPr/>
          </a:p>
          <a:p>
            <a:pPr indent="-285750" lvl="0" marL="285750" rtl="0" algn="l">
              <a:spcBef>
                <a:spcPts val="1080"/>
              </a:spcBef>
              <a:spcAft>
                <a:spcPts val="0"/>
              </a:spcAft>
              <a:buSzPts val="2760"/>
              <a:buChar char="•"/>
            </a:pPr>
            <a:r>
              <a:rPr lang="en-US"/>
              <a:t>Making it easy for elderly citizens to access high-speed internet in their community like at the library</a:t>
            </a:r>
            <a:endParaRPr/>
          </a:p>
          <a:p>
            <a:pPr indent="0" lvl="0" marL="0" rtl="0" algn="l">
              <a:spcBef>
                <a:spcPts val="1080"/>
              </a:spcBef>
              <a:spcAft>
                <a:spcPts val="0"/>
              </a:spcAft>
              <a:buSzPts val="276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1"/>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262626"/>
              </a:buClr>
              <a:buSzPts val="4400"/>
              <a:buFont typeface="Garamond"/>
              <a:buNone/>
            </a:pPr>
            <a:r>
              <a:rPr lang="en-US"/>
              <a:t>No college degrees</a:t>
            </a:r>
            <a:endParaRPr/>
          </a:p>
        </p:txBody>
      </p:sp>
      <p:sp>
        <p:nvSpPr>
          <p:cNvPr id="222" name="Google Shape;222;p31"/>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Autofit/>
          </a:bodyPr>
          <a:lstStyle/>
          <a:p>
            <a:pPr indent="-285750" lvl="0" marL="285750" rtl="0" algn="l">
              <a:lnSpc>
                <a:spcPct val="80000"/>
              </a:lnSpc>
              <a:spcBef>
                <a:spcPts val="0"/>
              </a:spcBef>
              <a:spcAft>
                <a:spcPts val="0"/>
              </a:spcAft>
              <a:buSzPts val="2553"/>
              <a:buChar char="•"/>
            </a:pPr>
            <a:r>
              <a:rPr lang="en-US" sz="2220"/>
              <a:t>Lower income</a:t>
            </a:r>
            <a:endParaRPr/>
          </a:p>
          <a:p>
            <a:pPr indent="-285750" lvl="0" marL="285750" rtl="0" algn="l">
              <a:lnSpc>
                <a:spcPct val="80000"/>
              </a:lnSpc>
              <a:spcBef>
                <a:spcPts val="1044"/>
              </a:spcBef>
              <a:spcAft>
                <a:spcPts val="0"/>
              </a:spcAft>
              <a:buSzPts val="2553"/>
              <a:buChar char="•"/>
            </a:pPr>
            <a:r>
              <a:rPr lang="en-US" sz="2220"/>
              <a:t>Lack of interest in internet</a:t>
            </a:r>
            <a:endParaRPr/>
          </a:p>
          <a:p>
            <a:pPr indent="-285750" lvl="0" marL="285750" rtl="0" algn="l">
              <a:lnSpc>
                <a:spcPct val="80000"/>
              </a:lnSpc>
              <a:spcBef>
                <a:spcPts val="1044"/>
              </a:spcBef>
              <a:spcAft>
                <a:spcPts val="0"/>
              </a:spcAft>
              <a:buSzPts val="2553"/>
              <a:buChar char="•"/>
            </a:pPr>
            <a:r>
              <a:rPr lang="en-US" sz="2220"/>
              <a:t>Lack of access homework gap</a:t>
            </a:r>
            <a:endParaRPr/>
          </a:p>
          <a:p>
            <a:pPr indent="-285750" lvl="0" marL="285750" rtl="0" algn="l">
              <a:lnSpc>
                <a:spcPct val="80000"/>
              </a:lnSpc>
              <a:spcBef>
                <a:spcPts val="1044"/>
              </a:spcBef>
              <a:spcAft>
                <a:spcPts val="0"/>
              </a:spcAft>
              <a:buSzPts val="2553"/>
              <a:buChar char="•"/>
            </a:pPr>
            <a:r>
              <a:rPr lang="en-US" sz="2220"/>
              <a:t>Job applications to be filled out online</a:t>
            </a:r>
            <a:endParaRPr/>
          </a:p>
          <a:p>
            <a:pPr indent="-285750" lvl="0" marL="285750" rtl="0" algn="l">
              <a:lnSpc>
                <a:spcPct val="80000"/>
              </a:lnSpc>
              <a:spcBef>
                <a:spcPts val="1044"/>
              </a:spcBef>
              <a:spcAft>
                <a:spcPts val="0"/>
              </a:spcAft>
              <a:buSzPts val="2553"/>
              <a:buChar char="•"/>
            </a:pPr>
            <a:r>
              <a:rPr lang="en-US" sz="2220"/>
              <a:t>Online bill paying</a:t>
            </a:r>
            <a:endParaRPr/>
          </a:p>
          <a:p>
            <a:pPr indent="-285750" lvl="0" marL="285750" rtl="0" algn="l">
              <a:lnSpc>
                <a:spcPct val="80000"/>
              </a:lnSpc>
              <a:spcBef>
                <a:spcPts val="1044"/>
              </a:spcBef>
              <a:spcAft>
                <a:spcPts val="0"/>
              </a:spcAft>
              <a:buSzPts val="2553"/>
              <a:buChar char="•"/>
            </a:pPr>
            <a:r>
              <a:rPr lang="en-US" sz="2220"/>
              <a:t>Government-related paperwork (taxes)</a:t>
            </a:r>
            <a:endParaRPr/>
          </a:p>
          <a:p>
            <a:pPr indent="-123634" lvl="0" marL="285750" rtl="0" algn="l">
              <a:lnSpc>
                <a:spcPct val="80000"/>
              </a:lnSpc>
              <a:spcBef>
                <a:spcPts val="1044"/>
              </a:spcBef>
              <a:spcAft>
                <a:spcPts val="0"/>
              </a:spcAft>
              <a:buSzPts val="2553"/>
              <a:buNone/>
            </a:pPr>
            <a:r>
              <a:t/>
            </a:r>
            <a:endParaRPr sz="2220"/>
          </a:p>
          <a:p>
            <a:pPr indent="-285750" lvl="0" marL="285750" rtl="0" algn="l">
              <a:lnSpc>
                <a:spcPct val="80000"/>
              </a:lnSpc>
              <a:spcBef>
                <a:spcPts val="1044"/>
              </a:spcBef>
              <a:spcAft>
                <a:spcPts val="0"/>
              </a:spcAft>
              <a:buSzPts val="2553"/>
              <a:buChar char="•"/>
            </a:pPr>
            <a:r>
              <a:rPr lang="en-US" sz="2220"/>
              <a:t>Some view that internet should be treated as a utility like electricity. </a:t>
            </a:r>
            <a:endParaRPr/>
          </a:p>
          <a:p>
            <a:pPr indent="-123634" lvl="0" marL="285750" rtl="0" algn="l">
              <a:lnSpc>
                <a:spcPct val="80000"/>
              </a:lnSpc>
              <a:spcBef>
                <a:spcPts val="1044"/>
              </a:spcBef>
              <a:spcAft>
                <a:spcPts val="0"/>
              </a:spcAft>
              <a:buSzPts val="2553"/>
              <a:buNone/>
            </a:pPr>
            <a:r>
              <a:t/>
            </a:r>
            <a:endParaRPr sz="222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2"/>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262626"/>
              </a:buClr>
              <a:buSzPts val="4400"/>
              <a:buFont typeface="Garamond"/>
              <a:buNone/>
            </a:pPr>
            <a:r>
              <a:rPr lang="en-US"/>
              <a:t>Rural Communities</a:t>
            </a:r>
            <a:endParaRPr/>
          </a:p>
        </p:txBody>
      </p:sp>
      <p:sp>
        <p:nvSpPr>
          <p:cNvPr id="228" name="Google Shape;228;p32"/>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2760"/>
              <a:buChar char="•"/>
            </a:pPr>
            <a:r>
              <a:rPr lang="en-US"/>
              <a:t> High-speed internet not offered in those areas</a:t>
            </a:r>
            <a:endParaRPr/>
          </a:p>
          <a:p>
            <a:pPr indent="-285750" lvl="0" marL="285750" rtl="0" algn="l">
              <a:spcBef>
                <a:spcPts val="1080"/>
              </a:spcBef>
              <a:spcAft>
                <a:spcPts val="0"/>
              </a:spcAft>
              <a:buSzPts val="2760"/>
              <a:buChar char="•"/>
            </a:pPr>
            <a:r>
              <a:rPr lang="en-US"/>
              <a:t>Some don’t mind not having no internet access</a:t>
            </a:r>
            <a:endParaRPr/>
          </a:p>
          <a:p>
            <a:pPr indent="-110490" lvl="0" marL="285750" rtl="0" algn="l">
              <a:spcBef>
                <a:spcPts val="1080"/>
              </a:spcBef>
              <a:spcAft>
                <a:spcPts val="0"/>
              </a:spcAft>
              <a:buSzPts val="276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3"/>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262626"/>
              </a:buClr>
              <a:buSzPts val="4400"/>
              <a:buFont typeface="Garamond"/>
              <a:buNone/>
            </a:pPr>
            <a:r>
              <a:rPr lang="en-US"/>
              <a:t>Disabilities</a:t>
            </a:r>
            <a:endParaRPr/>
          </a:p>
        </p:txBody>
      </p:sp>
      <p:sp>
        <p:nvSpPr>
          <p:cNvPr id="234" name="Google Shape;234;p33"/>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760"/>
              <a:buNone/>
            </a:pPr>
            <a:r>
              <a:rPr lang="en-US"/>
              <a:t>According to the US Census 2012, ~20 percent of Americans live with some sort of disability</a:t>
            </a:r>
            <a:endParaRPr/>
          </a:p>
          <a:p>
            <a:pPr indent="-285750" lvl="0" marL="285750" rtl="0" algn="l">
              <a:spcBef>
                <a:spcPts val="1080"/>
              </a:spcBef>
              <a:spcAft>
                <a:spcPts val="0"/>
              </a:spcAft>
              <a:buSzPts val="2760"/>
              <a:buChar char="•"/>
            </a:pPr>
            <a:r>
              <a:rPr lang="en-US"/>
              <a:t>Blind – unable to complete online job application</a:t>
            </a:r>
            <a:endParaRPr/>
          </a:p>
          <a:p>
            <a:pPr indent="-285750" lvl="0" marL="285750" rtl="0" algn="l">
              <a:spcBef>
                <a:spcPts val="1080"/>
              </a:spcBef>
              <a:spcAft>
                <a:spcPts val="0"/>
              </a:spcAft>
              <a:buSzPts val="2760"/>
              <a:buChar char="•"/>
            </a:pPr>
            <a:r>
              <a:rPr lang="en-US"/>
              <a:t>Deaf – uncaptioned content unavailable to persons with hearing issues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4"/>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262626"/>
              </a:buClr>
              <a:buSzPts val="4400"/>
              <a:buFont typeface="Garamond"/>
              <a:buNone/>
            </a:pPr>
            <a:r>
              <a:rPr lang="en-US"/>
              <a:t>Who else is affected by the digital divide?</a:t>
            </a:r>
            <a:endParaRPr/>
          </a:p>
        </p:txBody>
      </p:sp>
      <p:sp>
        <p:nvSpPr>
          <p:cNvPr id="240" name="Google Shape;240;p34"/>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760"/>
              <a:buNone/>
            </a:pPr>
            <a:r>
              <a:rPr lang="en-US" u="sng">
                <a:solidFill>
                  <a:schemeClr val="hlink"/>
                </a:solidFill>
                <a:hlinkClick r:id="rId3"/>
              </a:rPr>
              <a:t>https://wiki.uiowa.edu/pages/viewpage.action?pageId=61638152</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5"/>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262626"/>
              </a:buClr>
              <a:buSzPts val="3959"/>
              <a:buFont typeface="Garamond"/>
              <a:buNone/>
            </a:pPr>
            <a:r>
              <a:rPr lang="en-US" sz="3959"/>
              <a:t>Other Factors Contributing to the Digital Divide</a:t>
            </a:r>
            <a:endParaRPr/>
          </a:p>
        </p:txBody>
      </p:sp>
      <p:sp>
        <p:nvSpPr>
          <p:cNvPr id="246" name="Google Shape;246;p35"/>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760"/>
              <a:buNone/>
            </a:pPr>
            <a:r>
              <a:t/>
            </a:r>
            <a:endParaRPr/>
          </a:p>
          <a:p>
            <a:pPr indent="0" lvl="0" marL="0" rtl="0" algn="l">
              <a:spcBef>
                <a:spcPts val="1080"/>
              </a:spcBef>
              <a:spcAft>
                <a:spcPts val="0"/>
              </a:spcAft>
              <a:buSzPts val="2760"/>
              <a:buNone/>
            </a:pPr>
            <a:r>
              <a:rPr lang="en-US"/>
              <a:t>Digital readiness</a:t>
            </a:r>
            <a:endParaRPr/>
          </a:p>
          <a:p>
            <a:pPr indent="0" lvl="0" marL="0" rtl="0" algn="l">
              <a:spcBef>
                <a:spcPts val="1080"/>
              </a:spcBef>
              <a:spcAft>
                <a:spcPts val="0"/>
              </a:spcAft>
              <a:buSzPts val="2760"/>
              <a:buNone/>
            </a:pPr>
            <a:r>
              <a:rPr lang="en-US"/>
              <a:t>Reluctant to use internet</a:t>
            </a:r>
            <a:endParaRPr/>
          </a:p>
          <a:p>
            <a:pPr indent="0" lvl="0" marL="0" rtl="0" algn="l">
              <a:spcBef>
                <a:spcPts val="1080"/>
              </a:spcBef>
              <a:spcAft>
                <a:spcPts val="0"/>
              </a:spcAft>
              <a:buSzPts val="2760"/>
              <a:buNone/>
            </a:pPr>
            <a:r>
              <a:rPr lang="en-US"/>
              <a:t>Unprepared </a:t>
            </a:r>
            <a:endParaRPr/>
          </a:p>
          <a:p>
            <a:pPr indent="0" lvl="0" marL="0" rtl="0" algn="l">
              <a:spcBef>
                <a:spcPts val="1080"/>
              </a:spcBef>
              <a:spcAft>
                <a:spcPts val="0"/>
              </a:spcAft>
              <a:buSzPts val="2760"/>
              <a:buNone/>
            </a:pPr>
            <a:r>
              <a:t/>
            </a:r>
            <a:endParaRPr/>
          </a:p>
          <a:p>
            <a:pPr indent="0" lvl="0" marL="0" rtl="0" algn="l">
              <a:spcBef>
                <a:spcPts val="1080"/>
              </a:spcBef>
              <a:spcAft>
                <a:spcPts val="0"/>
              </a:spcAft>
              <a:buSzPts val="276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6"/>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262626"/>
              </a:buClr>
              <a:buSzPts val="4400"/>
              <a:buFont typeface="Garamond"/>
              <a:buNone/>
            </a:pPr>
            <a:r>
              <a:rPr lang="en-US"/>
              <a:t>Consequences Digital divide</a:t>
            </a:r>
            <a:endParaRPr/>
          </a:p>
        </p:txBody>
      </p:sp>
      <p:sp>
        <p:nvSpPr>
          <p:cNvPr id="252" name="Google Shape;252;p36"/>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760"/>
              <a:buNone/>
            </a:pPr>
            <a:r>
              <a:rPr lang="en-US"/>
              <a:t>What are consequences of the digital divide? </a:t>
            </a:r>
            <a:endParaRPr/>
          </a:p>
          <a:p>
            <a:pPr indent="0" lvl="0" marL="0" rtl="0" algn="l">
              <a:spcBef>
                <a:spcPts val="1080"/>
              </a:spcBef>
              <a:spcAft>
                <a:spcPts val="0"/>
              </a:spcAft>
              <a:buSzPts val="2760"/>
              <a:buNone/>
            </a:pPr>
            <a:r>
              <a:rPr lang="en-US"/>
              <a:t>Inadequate access hinders education for low-income school districts.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7"/>
          <p:cNvSpPr/>
          <p:nvPr/>
        </p:nvSpPr>
        <p:spPr>
          <a:xfrm>
            <a:off x="954157" y="889844"/>
            <a:ext cx="10634869" cy="326243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2800" u="none" cap="none" strike="noStrike">
                <a:solidFill>
                  <a:srgbClr val="000000"/>
                </a:solidFill>
                <a:latin typeface="Impact"/>
                <a:ea typeface="Impact"/>
                <a:cs typeface="Impact"/>
                <a:sym typeface="Impact"/>
              </a:rPr>
              <a:t>Meet with Your Group/Zoom Breakout Room  </a:t>
            </a:r>
            <a:endParaRPr b="0" i="0" sz="1800" u="none" cap="none" strike="noStrike">
              <a:solidFill>
                <a:schemeClr val="dk1"/>
              </a:solidFill>
              <a:latin typeface="Garamond"/>
              <a:ea typeface="Garamond"/>
              <a:cs typeface="Garamond"/>
              <a:sym typeface="Garamond"/>
            </a:endParaRPr>
          </a:p>
          <a:p>
            <a:pPr indent="0" lvl="0" marL="0" marR="0" rtl="0" algn="ctr">
              <a:spcBef>
                <a:spcPts val="0"/>
              </a:spcBef>
              <a:spcAft>
                <a:spcPts val="0"/>
              </a:spcAft>
              <a:buNone/>
            </a:pPr>
            <a:r>
              <a:rPr b="0" i="0" lang="en-US" sz="1600" u="none" cap="none" strike="noStrike">
                <a:solidFill>
                  <a:srgbClr val="000000"/>
                </a:solidFill>
                <a:latin typeface="Roboto Slab"/>
                <a:ea typeface="Roboto Slab"/>
                <a:cs typeface="Roboto Slab"/>
                <a:sym typeface="Roboto Slab"/>
              </a:rPr>
              <a:t>.....................................................................</a:t>
            </a:r>
            <a:endParaRPr b="0" i="0" sz="1800" u="none" cap="none" strike="noStrike">
              <a:solidFill>
                <a:schemeClr val="dk1"/>
              </a:solidFill>
              <a:latin typeface="Garamond"/>
              <a:ea typeface="Garamond"/>
              <a:cs typeface="Garamond"/>
              <a:sym typeface="Garamond"/>
            </a:endParaRPr>
          </a:p>
          <a:p>
            <a:pPr indent="-114300" lvl="0" marL="0" marR="0" rtl="0" algn="l">
              <a:spcBef>
                <a:spcPts val="0"/>
              </a:spcBef>
              <a:spcAft>
                <a:spcPts val="0"/>
              </a:spcAft>
              <a:buClr>
                <a:srgbClr val="000000"/>
              </a:buClr>
              <a:buSzPts val="1800"/>
              <a:buFont typeface="Garamond"/>
              <a:buAutoNum type="arabicPeriod"/>
            </a:pPr>
            <a:r>
              <a:rPr b="0" i="0" lang="en-US" sz="1800" u="none" cap="none" strike="noStrike">
                <a:solidFill>
                  <a:srgbClr val="000000"/>
                </a:solidFill>
                <a:latin typeface="Roboto Slab"/>
                <a:ea typeface="Roboto Slab"/>
                <a:cs typeface="Roboto Slab"/>
                <a:sym typeface="Roboto Slab"/>
              </a:rPr>
              <a:t>Form group roles: Moderator, Researcher, Documenter. </a:t>
            </a:r>
            <a:endParaRPr/>
          </a:p>
          <a:p>
            <a:pPr indent="-114300" lvl="0" marL="0" marR="0" rtl="0" algn="l">
              <a:spcBef>
                <a:spcPts val="0"/>
              </a:spcBef>
              <a:spcAft>
                <a:spcPts val="0"/>
              </a:spcAft>
              <a:buClr>
                <a:srgbClr val="000000"/>
              </a:buClr>
              <a:buSzPts val="1800"/>
              <a:buFont typeface="Garamond"/>
              <a:buAutoNum type="arabicPeriod"/>
            </a:pPr>
            <a:r>
              <a:rPr b="0" i="0" lang="en-US" sz="1800" u="none" cap="none" strike="noStrike">
                <a:solidFill>
                  <a:srgbClr val="000000"/>
                </a:solidFill>
                <a:latin typeface="Roboto Slab"/>
                <a:ea typeface="Roboto Slab"/>
                <a:cs typeface="Roboto Slab"/>
                <a:sym typeface="Roboto Slab"/>
              </a:rPr>
              <a:t>Find an artifact in media, such as an article, website, or social media post, that relates to this week’s topic. Explain how it relates to the class topic and discussion and provide some kind of comment. </a:t>
            </a:r>
            <a:endParaRPr/>
          </a:p>
          <a:p>
            <a:pPr indent="-114300" lvl="0" marL="0" marR="0" rtl="0" algn="l">
              <a:spcBef>
                <a:spcPts val="0"/>
              </a:spcBef>
              <a:spcAft>
                <a:spcPts val="0"/>
              </a:spcAft>
              <a:buClr>
                <a:srgbClr val="000000"/>
              </a:buClr>
              <a:buSzPts val="1800"/>
              <a:buFont typeface="Garamond"/>
              <a:buAutoNum type="arabicPeriod"/>
            </a:pPr>
            <a:r>
              <a:rPr b="0" i="0" lang="en-US" sz="1800" u="none" cap="none" strike="noStrike">
                <a:solidFill>
                  <a:srgbClr val="000000"/>
                </a:solidFill>
                <a:latin typeface="Roboto Slab"/>
                <a:ea typeface="Roboto Slab"/>
                <a:cs typeface="Roboto Slab"/>
                <a:sym typeface="Roboto Slab"/>
              </a:rPr>
              <a:t>What is your reaction on this source? Do you agree or disagree. Is it accurate or inaccurate? </a:t>
            </a:r>
            <a:endParaRPr/>
          </a:p>
          <a:p>
            <a:pPr indent="-114300" lvl="0" marL="0" marR="0" rtl="0" algn="l">
              <a:spcBef>
                <a:spcPts val="0"/>
              </a:spcBef>
              <a:spcAft>
                <a:spcPts val="0"/>
              </a:spcAft>
              <a:buClr>
                <a:srgbClr val="000000"/>
              </a:buClr>
              <a:buSzPts val="1800"/>
              <a:buFont typeface="Garamond"/>
              <a:buAutoNum type="arabicPeriod"/>
            </a:pPr>
            <a:r>
              <a:rPr b="0" i="0" lang="en-US" sz="1800" u="none" cap="none" strike="noStrike">
                <a:solidFill>
                  <a:srgbClr val="000000"/>
                </a:solidFill>
                <a:latin typeface="Roboto Slab"/>
                <a:ea typeface="Roboto Slab"/>
                <a:cs typeface="Roboto Slab"/>
                <a:sym typeface="Roboto Slab"/>
              </a:rPr>
              <a:t>What are potential biases behind the stance? </a:t>
            </a:r>
            <a:endParaRPr/>
          </a:p>
          <a:p>
            <a:pPr indent="-114300" lvl="0" marL="0" marR="0" rtl="0" algn="l">
              <a:spcBef>
                <a:spcPts val="0"/>
              </a:spcBef>
              <a:spcAft>
                <a:spcPts val="0"/>
              </a:spcAft>
              <a:buClr>
                <a:srgbClr val="000000"/>
              </a:buClr>
              <a:buSzPts val="1800"/>
              <a:buFont typeface="Garamond"/>
              <a:buAutoNum type="arabicPeriod"/>
            </a:pPr>
            <a:r>
              <a:rPr b="0" i="0" lang="en-US" sz="1800" u="none" cap="none" strike="noStrike">
                <a:solidFill>
                  <a:srgbClr val="000000"/>
                </a:solidFill>
                <a:latin typeface="Roboto Slab"/>
                <a:ea typeface="Roboto Slab"/>
                <a:cs typeface="Roboto Slab"/>
                <a:sym typeface="Roboto Slab"/>
              </a:rPr>
              <a:t>Report to class.</a:t>
            </a:r>
            <a:endParaRPr/>
          </a:p>
          <a:p>
            <a:pPr indent="-114300" lvl="0" marL="0" marR="0" rtl="0" algn="l">
              <a:spcBef>
                <a:spcPts val="0"/>
              </a:spcBef>
              <a:spcAft>
                <a:spcPts val="0"/>
              </a:spcAft>
              <a:buClr>
                <a:srgbClr val="000000"/>
              </a:buClr>
              <a:buSzPts val="1800"/>
              <a:buFont typeface="Garamond"/>
              <a:buAutoNum type="arabicPeriod"/>
            </a:pPr>
            <a:r>
              <a:rPr b="0" i="0" lang="en-US" sz="1800" u="none" cap="none" strike="noStrike">
                <a:solidFill>
                  <a:srgbClr val="000000"/>
                </a:solidFill>
                <a:latin typeface="Roboto Slab"/>
                <a:ea typeface="Roboto Slab"/>
                <a:cs typeface="Roboto Slab"/>
                <a:sym typeface="Roboto Slab"/>
              </a:rPr>
              <a:t>Post individually in forum titled In-Class Activity and include a screenshot or link to your artifact.</a:t>
            </a:r>
            <a:endParaRPr/>
          </a:p>
          <a:p>
            <a:pPr indent="0" lvl="0" marL="0" marR="0" rtl="0" algn="l">
              <a:spcBef>
                <a:spcPts val="0"/>
              </a:spcBef>
              <a:spcAft>
                <a:spcPts val="0"/>
              </a:spcAft>
              <a:buNone/>
            </a:pPr>
            <a:br>
              <a:rPr b="0" i="0" lang="en-US" sz="1800" u="none" cap="none" strike="noStrike">
                <a:solidFill>
                  <a:schemeClr val="dk1"/>
                </a:solidFill>
                <a:latin typeface="Garamond"/>
                <a:ea typeface="Garamond"/>
                <a:cs typeface="Garamond"/>
                <a:sym typeface="Garamond"/>
              </a:rPr>
            </a:br>
            <a:endParaRPr sz="1800">
              <a:solidFill>
                <a:schemeClr val="dk1"/>
              </a:solidFill>
              <a:latin typeface="Garamond"/>
              <a:ea typeface="Garamond"/>
              <a:cs typeface="Garamond"/>
              <a:sym typeface="Garamon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8"/>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262626"/>
              </a:buClr>
              <a:buSzPts val="4400"/>
              <a:buFont typeface="Garamond"/>
              <a:buNone/>
            </a:pPr>
            <a:r>
              <a:rPr lang="en-US"/>
              <a:t>Closing the Digital Divide</a:t>
            </a:r>
            <a:endParaRPr/>
          </a:p>
        </p:txBody>
      </p:sp>
      <p:sp>
        <p:nvSpPr>
          <p:cNvPr id="263" name="Google Shape;263;p38"/>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760"/>
              <a:buNone/>
            </a:pPr>
            <a:r>
              <a:rPr lang="en-US" u="sng">
                <a:solidFill>
                  <a:schemeClr val="hlink"/>
                </a:solidFill>
                <a:hlinkClick r:id="rId3"/>
              </a:rPr>
              <a:t>https://video.search.yahoo.com/yhs/search?fr=yhs-itm-001&amp;hsimp=yhs-001&amp;hspart=itm&amp;p=digital+divide#id=2&amp;vid=0a9103db94f6ab09ad0be13d53019729&amp;action=click</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9"/>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262626"/>
              </a:buClr>
              <a:buSzPts val="4400"/>
              <a:buFont typeface="Garamond"/>
              <a:buNone/>
            </a:pPr>
            <a:r>
              <a:rPr lang="en-US"/>
              <a:t>References</a:t>
            </a:r>
            <a:endParaRPr/>
          </a:p>
        </p:txBody>
      </p:sp>
      <p:sp>
        <p:nvSpPr>
          <p:cNvPr id="269" name="Google Shape;269;p39"/>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Autofit/>
          </a:bodyPr>
          <a:lstStyle/>
          <a:p>
            <a:pPr indent="-285750" lvl="0" marL="285750" rtl="0" algn="l">
              <a:lnSpc>
                <a:spcPct val="90000"/>
              </a:lnSpc>
              <a:spcBef>
                <a:spcPts val="0"/>
              </a:spcBef>
              <a:spcAft>
                <a:spcPts val="0"/>
              </a:spcAft>
              <a:buSzPts val="2553"/>
              <a:buChar char="•"/>
            </a:pPr>
            <a:r>
              <a:rPr lang="en-US" sz="2220" u="sng">
                <a:solidFill>
                  <a:schemeClr val="hlink"/>
                </a:solidFill>
                <a:hlinkClick r:id="rId3"/>
              </a:rPr>
              <a:t>https://www.meritalk.com/articles/demographics-affect-which-side-of-the-digital-divide-youre-on/</a:t>
            </a:r>
            <a:endParaRPr sz="2220"/>
          </a:p>
          <a:p>
            <a:pPr indent="-285750" lvl="0" marL="285750" rtl="0" algn="l">
              <a:lnSpc>
                <a:spcPct val="90000"/>
              </a:lnSpc>
              <a:spcBef>
                <a:spcPts val="1044"/>
              </a:spcBef>
              <a:spcAft>
                <a:spcPts val="0"/>
              </a:spcAft>
              <a:buSzPts val="2553"/>
              <a:buChar char="•"/>
            </a:pPr>
            <a:r>
              <a:rPr lang="en-US" sz="2220" u="sng">
                <a:solidFill>
                  <a:schemeClr val="hlink"/>
                </a:solidFill>
                <a:hlinkClick r:id="rId4"/>
              </a:rPr>
              <a:t>https://wiki.uiowa.edu/pages/viewpage.action?pageId=61638152</a:t>
            </a:r>
            <a:endParaRPr sz="2220"/>
          </a:p>
          <a:p>
            <a:pPr indent="-285750" lvl="0" marL="285750" rtl="0" algn="l">
              <a:lnSpc>
                <a:spcPct val="90000"/>
              </a:lnSpc>
              <a:spcBef>
                <a:spcPts val="1044"/>
              </a:spcBef>
              <a:spcAft>
                <a:spcPts val="0"/>
              </a:spcAft>
              <a:buSzPts val="2553"/>
              <a:buChar char="•"/>
            </a:pPr>
            <a:r>
              <a:rPr lang="en-US" sz="2220" u="sng">
                <a:solidFill>
                  <a:schemeClr val="hlink"/>
                </a:solidFill>
                <a:hlinkClick r:id="rId5"/>
              </a:rPr>
              <a:t>http://www.speedupyourcity.com/5-groups-people-affected-digital-divide/</a:t>
            </a:r>
            <a:endParaRPr sz="2220"/>
          </a:p>
          <a:p>
            <a:pPr indent="-285750" lvl="0" marL="285750" rtl="0" algn="l">
              <a:lnSpc>
                <a:spcPct val="90000"/>
              </a:lnSpc>
              <a:spcBef>
                <a:spcPts val="1044"/>
              </a:spcBef>
              <a:spcAft>
                <a:spcPts val="0"/>
              </a:spcAft>
              <a:buSzPts val="2553"/>
              <a:buChar char="•"/>
            </a:pPr>
            <a:r>
              <a:rPr lang="en-US" sz="2220" u="sng">
                <a:solidFill>
                  <a:schemeClr val="hlink"/>
                </a:solidFill>
                <a:hlinkClick r:id="rId6"/>
              </a:rPr>
              <a:t>https://wiki.uiowa.edu/pages/viewpage.action?pageId=42009930</a:t>
            </a:r>
            <a:endParaRPr sz="2220"/>
          </a:p>
          <a:p>
            <a:pPr indent="-285750" lvl="0" marL="285750" rtl="0" algn="l">
              <a:lnSpc>
                <a:spcPct val="90000"/>
              </a:lnSpc>
              <a:spcBef>
                <a:spcPts val="1044"/>
              </a:spcBef>
              <a:spcAft>
                <a:spcPts val="0"/>
              </a:spcAft>
              <a:buSzPts val="2553"/>
              <a:buChar char="•"/>
            </a:pPr>
            <a:r>
              <a:rPr lang="en-US" sz="2220" u="sng">
                <a:solidFill>
                  <a:schemeClr val="hlink"/>
                </a:solidFill>
                <a:hlinkClick r:id="rId7"/>
              </a:rPr>
              <a:t>https://cs.stanford.edu/people/eroberts/cs201/projects/digital-divide/start.html</a:t>
            </a:r>
            <a:endParaRPr sz="2220"/>
          </a:p>
          <a:p>
            <a:pPr indent="-285750" lvl="0" marL="285750" rtl="0" algn="l">
              <a:lnSpc>
                <a:spcPct val="90000"/>
              </a:lnSpc>
              <a:spcBef>
                <a:spcPts val="1044"/>
              </a:spcBef>
              <a:spcAft>
                <a:spcPts val="0"/>
              </a:spcAft>
              <a:buSzPts val="2553"/>
              <a:buChar char="•"/>
            </a:pPr>
            <a:r>
              <a:rPr lang="en-US" sz="2220" u="sng">
                <a:solidFill>
                  <a:schemeClr val="hlink"/>
                </a:solidFill>
                <a:hlinkClick r:id="rId8"/>
              </a:rPr>
              <a:t>http://www.digitalresponsibility.org/digital-divide-the-technology-gap-between-rich-and-poor</a:t>
            </a:r>
            <a:endParaRPr sz="2220"/>
          </a:p>
        </p:txBody>
      </p:sp>
    </p:spTree>
  </p:cSld>
  <p:clrMapOvr>
    <a:masterClrMapping/>
  </p:clrMapOvr>
</p:sld>
</file>

<file path=ppt/theme/theme1.xml><?xml version="1.0" encoding="utf-8"?>
<a:theme xmlns:a="http://schemas.openxmlformats.org/drawingml/2006/main" xmlns:r="http://schemas.openxmlformats.org/officeDocument/2006/relationships" name="Organic">
  <a:themeElements>
    <a:clrScheme name="Organic">
      <a:dk1>
        <a:srgbClr val="000000"/>
      </a:dk1>
      <a:lt1>
        <a:srgbClr val="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